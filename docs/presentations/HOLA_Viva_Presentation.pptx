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2"/>
  </p:notesMasterIdLst>
  <p:handoutMasterIdLst>
    <p:handoutMasterId r:id="rId13"/>
  </p:handoutMasterIdLst>
  <p:sldIdLst>
    <p:sldId id="256" r:id="rId2"/>
    <p:sldId id="267" r:id="rId3"/>
    <p:sldId id="258" r:id="rId4"/>
    <p:sldId id="268" r:id="rId5"/>
    <p:sldId id="269" r:id="rId6"/>
    <p:sldId id="270" r:id="rId7"/>
    <p:sldId id="271" r:id="rId8"/>
    <p:sldId id="272" r:id="rId9"/>
    <p:sldId id="274" r:id="rId10"/>
    <p:sldId id="27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946" y="2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su Hlaing Hnin" userId="5aad8f8e78eef6e5" providerId="LiveId" clId="{9758AD28-1A7F-443F-86E4-2AE420D11A3D}"/>
    <pc:docChg chg="undo custSel addSld delSld modSld sldOrd">
      <pc:chgData name="Hsu Hlaing Hnin" userId="5aad8f8e78eef6e5" providerId="LiveId" clId="{9758AD28-1A7F-443F-86E4-2AE420D11A3D}" dt="2026-09-23T11:24:00.644" v="4506" actId="47"/>
      <pc:docMkLst>
        <pc:docMk/>
      </pc:docMkLst>
      <pc:sldChg chg="addSp delSp modSp mod">
        <pc:chgData name="Hsu Hlaing Hnin" userId="5aad8f8e78eef6e5" providerId="LiveId" clId="{9758AD28-1A7F-443F-86E4-2AE420D11A3D}" dt="2026-09-01T22:34:14.058" v="4501" actId="20577"/>
        <pc:sldMkLst>
          <pc:docMk/>
          <pc:sldMk cId="0" sldId="256"/>
        </pc:sldMkLst>
        <pc:spChg chg="del">
          <ac:chgData name="Hsu Hlaing Hnin" userId="5aad8f8e78eef6e5" providerId="LiveId" clId="{9758AD28-1A7F-443F-86E4-2AE420D11A3D}" dt="2026-08-31T18:10:58.773" v="1" actId="478"/>
          <ac:spMkLst>
            <pc:docMk/>
            <pc:sldMk cId="0" sldId="256"/>
            <ac:spMk id="2" creationId="{00000000-0000-0000-0000-000000000000}"/>
          </ac:spMkLst>
        </pc:spChg>
        <pc:spChg chg="del">
          <ac:chgData name="Hsu Hlaing Hnin" userId="5aad8f8e78eef6e5" providerId="LiveId" clId="{9758AD28-1A7F-443F-86E4-2AE420D11A3D}" dt="2026-08-31T18:11:00.361" v="2" actId="478"/>
          <ac:spMkLst>
            <pc:docMk/>
            <pc:sldMk cId="0" sldId="256"/>
            <ac:spMk id="4" creationId="{00000000-0000-0000-0000-000000000000}"/>
          </ac:spMkLst>
        </pc:spChg>
        <pc:spChg chg="del">
          <ac:chgData name="Hsu Hlaing Hnin" userId="5aad8f8e78eef6e5" providerId="LiveId" clId="{9758AD28-1A7F-443F-86E4-2AE420D11A3D}" dt="2026-08-31T18:13:28.965" v="20" actId="478"/>
          <ac:spMkLst>
            <pc:docMk/>
            <pc:sldMk cId="0" sldId="256"/>
            <ac:spMk id="6" creationId="{00000000-0000-0000-0000-000000000000}"/>
          </ac:spMkLst>
        </pc:spChg>
        <pc:spChg chg="mod">
          <ac:chgData name="Hsu Hlaing Hnin" userId="5aad8f8e78eef6e5" providerId="LiveId" clId="{9758AD28-1A7F-443F-86E4-2AE420D11A3D}" dt="2026-08-31T18:14:18.543" v="26" actId="1076"/>
          <ac:spMkLst>
            <pc:docMk/>
            <pc:sldMk cId="0" sldId="256"/>
            <ac:spMk id="7" creationId="{00000000-0000-0000-0000-000000000000}"/>
          </ac:spMkLst>
        </pc:spChg>
        <pc:spChg chg="mod">
          <ac:chgData name="Hsu Hlaing Hnin" userId="5aad8f8e78eef6e5" providerId="LiveId" clId="{9758AD28-1A7F-443F-86E4-2AE420D11A3D}" dt="2026-08-31T18:15:33.445" v="35" actId="255"/>
          <ac:spMkLst>
            <pc:docMk/>
            <pc:sldMk cId="0" sldId="256"/>
            <ac:spMk id="8" creationId="{00000000-0000-0000-0000-000000000000}"/>
          </ac:spMkLst>
        </pc:spChg>
        <pc:spChg chg="mod">
          <ac:chgData name="Hsu Hlaing Hnin" userId="5aad8f8e78eef6e5" providerId="LiveId" clId="{9758AD28-1A7F-443F-86E4-2AE420D11A3D}" dt="2026-08-31T18:15:24.398" v="33" actId="14100"/>
          <ac:spMkLst>
            <pc:docMk/>
            <pc:sldMk cId="0" sldId="256"/>
            <ac:spMk id="9" creationId="{00000000-0000-0000-0000-000000000000}"/>
          </ac:spMkLst>
        </pc:spChg>
        <pc:spChg chg="mod">
          <ac:chgData name="Hsu Hlaing Hnin" userId="5aad8f8e78eef6e5" providerId="LiveId" clId="{9758AD28-1A7F-443F-86E4-2AE420D11A3D}" dt="2026-09-01T22:34:14.058" v="4501" actId="20577"/>
          <ac:spMkLst>
            <pc:docMk/>
            <pc:sldMk cId="0" sldId="256"/>
            <ac:spMk id="10" creationId="{00000000-0000-0000-0000-000000000000}"/>
          </ac:spMkLst>
        </pc:spChg>
        <pc:spChg chg="del">
          <ac:chgData name="Hsu Hlaing Hnin" userId="5aad8f8e78eef6e5" providerId="LiveId" clId="{9758AD28-1A7F-443F-86E4-2AE420D11A3D}" dt="2026-08-31T18:11:07.230" v="3" actId="478"/>
          <ac:spMkLst>
            <pc:docMk/>
            <pc:sldMk cId="0" sldId="256"/>
            <ac:spMk id="12" creationId="{00000000-0000-0000-0000-000000000000}"/>
          </ac:spMkLst>
        </pc:spChg>
        <pc:spChg chg="del">
          <ac:chgData name="Hsu Hlaing Hnin" userId="5aad8f8e78eef6e5" providerId="LiveId" clId="{9758AD28-1A7F-443F-86E4-2AE420D11A3D}" dt="2026-08-31T18:11:08.457" v="4" actId="478"/>
          <ac:spMkLst>
            <pc:docMk/>
            <pc:sldMk cId="0" sldId="256"/>
            <ac:spMk id="13" creationId="{00000000-0000-0000-0000-000000000000}"/>
          </ac:spMkLst>
        </pc:spChg>
        <pc:spChg chg="del">
          <ac:chgData name="Hsu Hlaing Hnin" userId="5aad8f8e78eef6e5" providerId="LiveId" clId="{9758AD28-1A7F-443F-86E4-2AE420D11A3D}" dt="2026-08-31T18:11:07.230" v="3" actId="478"/>
          <ac:spMkLst>
            <pc:docMk/>
            <pc:sldMk cId="0" sldId="256"/>
            <ac:spMk id="14" creationId="{00000000-0000-0000-0000-000000000000}"/>
          </ac:spMkLst>
        </pc:spChg>
        <pc:spChg chg="del">
          <ac:chgData name="Hsu Hlaing Hnin" userId="5aad8f8e78eef6e5" providerId="LiveId" clId="{9758AD28-1A7F-443F-86E4-2AE420D11A3D}" dt="2026-08-31T18:11:09.654" v="5" actId="478"/>
          <ac:spMkLst>
            <pc:docMk/>
            <pc:sldMk cId="0" sldId="256"/>
            <ac:spMk id="15" creationId="{00000000-0000-0000-0000-000000000000}"/>
          </ac:spMkLst>
        </pc:spChg>
        <pc:spChg chg="del">
          <ac:chgData name="Hsu Hlaing Hnin" userId="5aad8f8e78eef6e5" providerId="LiveId" clId="{9758AD28-1A7F-443F-86E4-2AE420D11A3D}" dt="2026-08-31T18:11:07.230" v="3" actId="478"/>
          <ac:spMkLst>
            <pc:docMk/>
            <pc:sldMk cId="0" sldId="256"/>
            <ac:spMk id="16" creationId="{00000000-0000-0000-0000-000000000000}"/>
          </ac:spMkLst>
        </pc:spChg>
        <pc:picChg chg="del">
          <ac:chgData name="Hsu Hlaing Hnin" userId="5aad8f8e78eef6e5" providerId="LiveId" clId="{9758AD28-1A7F-443F-86E4-2AE420D11A3D}" dt="2026-08-31T18:10:58.014" v="0" actId="478"/>
          <ac:picMkLst>
            <pc:docMk/>
            <pc:sldMk cId="0" sldId="256"/>
            <ac:picMk id="3" creationId="{00000000-0000-0000-0000-000000000000}"/>
          </ac:picMkLst>
        </pc:picChg>
        <pc:picChg chg="add del">
          <ac:chgData name="Hsu Hlaing Hnin" userId="5aad8f8e78eef6e5" providerId="LiveId" clId="{9758AD28-1A7F-443F-86E4-2AE420D11A3D}" dt="2026-08-31T18:13:27.752" v="19" actId="478"/>
          <ac:picMkLst>
            <pc:docMk/>
            <pc:sldMk cId="0" sldId="256"/>
            <ac:picMk id="5" creationId="{00000000-0000-0000-0000-000000000000}"/>
          </ac:picMkLst>
        </pc:picChg>
        <pc:picChg chg="del">
          <ac:chgData name="Hsu Hlaing Hnin" userId="5aad8f8e78eef6e5" providerId="LiveId" clId="{9758AD28-1A7F-443F-86E4-2AE420D11A3D}" dt="2026-08-31T18:11:07.230" v="3" actId="478"/>
          <ac:picMkLst>
            <pc:docMk/>
            <pc:sldMk cId="0" sldId="256"/>
            <ac:picMk id="11" creationId="{00000000-0000-0000-0000-000000000000}"/>
          </ac:picMkLst>
        </pc:picChg>
        <pc:picChg chg="add del mod">
          <ac:chgData name="Hsu Hlaing Hnin" userId="5aad8f8e78eef6e5" providerId="LiveId" clId="{9758AD28-1A7F-443F-86E4-2AE420D11A3D}" dt="2026-08-31T18:13:48.852" v="24" actId="732"/>
          <ac:picMkLst>
            <pc:docMk/>
            <pc:sldMk cId="0" sldId="256"/>
            <ac:picMk id="1026" creationId="{37C6F68E-A123-48B9-BDAA-8EFC5BCFE535}"/>
          </ac:picMkLst>
        </pc:picChg>
      </pc:sldChg>
      <pc:sldChg chg="addSp delSp modSp del mod">
        <pc:chgData name="Hsu Hlaing Hnin" userId="5aad8f8e78eef6e5" providerId="LiveId" clId="{9758AD28-1A7F-443F-86E4-2AE420D11A3D}" dt="2026-08-31T20:05:08.493" v="997" actId="47"/>
        <pc:sldMkLst>
          <pc:docMk/>
          <pc:sldMk cId="0" sldId="257"/>
        </pc:sldMkLst>
        <pc:spChg chg="mod">
          <ac:chgData name="Hsu Hlaing Hnin" userId="5aad8f8e78eef6e5" providerId="LiveId" clId="{9758AD28-1A7F-443F-86E4-2AE420D11A3D}" dt="2026-08-31T19:38:08.591" v="394" actId="20577"/>
          <ac:spMkLst>
            <pc:docMk/>
            <pc:sldMk cId="0" sldId="257"/>
            <ac:spMk id="2" creationId="{00000000-0000-0000-0000-000000000000}"/>
          </ac:spMkLst>
        </pc:spChg>
        <pc:spChg chg="del">
          <ac:chgData name="Hsu Hlaing Hnin" userId="5aad8f8e78eef6e5" providerId="LiveId" clId="{9758AD28-1A7F-443F-86E4-2AE420D11A3D}" dt="2026-08-31T18:16:39.350" v="40" actId="478"/>
          <ac:spMkLst>
            <pc:docMk/>
            <pc:sldMk cId="0" sldId="257"/>
            <ac:spMk id="3" creationId="{00000000-0000-0000-0000-000000000000}"/>
          </ac:spMkLst>
        </pc:spChg>
        <pc:spChg chg="mod">
          <ac:chgData name="Hsu Hlaing Hnin" userId="5aad8f8e78eef6e5" providerId="LiveId" clId="{9758AD28-1A7F-443F-86E4-2AE420D11A3D}" dt="2026-08-31T19:17:10.024" v="240" actId="1076"/>
          <ac:spMkLst>
            <pc:docMk/>
            <pc:sldMk cId="0" sldId="257"/>
            <ac:spMk id="6" creationId="{00000000-0000-0000-0000-000000000000}"/>
          </ac:spMkLst>
        </pc:spChg>
        <pc:spChg chg="mod">
          <ac:chgData name="Hsu Hlaing Hnin" userId="5aad8f8e78eef6e5" providerId="LiveId" clId="{9758AD28-1A7F-443F-86E4-2AE420D11A3D}" dt="2026-08-31T19:38:55.253" v="398" actId="403"/>
          <ac:spMkLst>
            <pc:docMk/>
            <pc:sldMk cId="0" sldId="257"/>
            <ac:spMk id="7" creationId="{00000000-0000-0000-0000-000000000000}"/>
          </ac:spMkLst>
        </pc:spChg>
        <pc:spChg chg="add del mod">
          <ac:chgData name="Hsu Hlaing Hnin" userId="5aad8f8e78eef6e5" providerId="LiveId" clId="{9758AD28-1A7F-443F-86E4-2AE420D11A3D}" dt="2026-08-31T19:17:36.256" v="247" actId="478"/>
          <ac:spMkLst>
            <pc:docMk/>
            <pc:sldMk cId="0" sldId="257"/>
            <ac:spMk id="8" creationId="{00000000-0000-0000-0000-000000000000}"/>
          </ac:spMkLst>
        </pc:spChg>
        <pc:spChg chg="mod">
          <ac:chgData name="Hsu Hlaing Hnin" userId="5aad8f8e78eef6e5" providerId="LiveId" clId="{9758AD28-1A7F-443F-86E4-2AE420D11A3D}" dt="2026-08-31T19:39:50.162" v="431" actId="164"/>
          <ac:spMkLst>
            <pc:docMk/>
            <pc:sldMk cId="0" sldId="257"/>
            <ac:spMk id="9" creationId="{00000000-0000-0000-0000-000000000000}"/>
          </ac:spMkLst>
        </pc:spChg>
        <pc:spChg chg="mod">
          <ac:chgData name="Hsu Hlaing Hnin" userId="5aad8f8e78eef6e5" providerId="LiveId" clId="{9758AD28-1A7F-443F-86E4-2AE420D11A3D}" dt="2026-08-31T19:40:01.107" v="458" actId="1036"/>
          <ac:spMkLst>
            <pc:docMk/>
            <pc:sldMk cId="0" sldId="257"/>
            <ac:spMk id="10" creationId="{00000000-0000-0000-0000-000000000000}"/>
          </ac:spMkLst>
        </pc:spChg>
        <pc:spChg chg="mod">
          <ac:chgData name="Hsu Hlaing Hnin" userId="5aad8f8e78eef6e5" providerId="LiveId" clId="{9758AD28-1A7F-443F-86E4-2AE420D11A3D}" dt="2026-08-31T19:50:12.953" v="552" actId="1076"/>
          <ac:spMkLst>
            <pc:docMk/>
            <pc:sldMk cId="0" sldId="257"/>
            <ac:spMk id="11" creationId="{00000000-0000-0000-0000-000000000000}"/>
          </ac:spMkLst>
        </pc:spChg>
        <pc:spChg chg="del">
          <ac:chgData name="Hsu Hlaing Hnin" userId="5aad8f8e78eef6e5" providerId="LiveId" clId="{9758AD28-1A7F-443F-86E4-2AE420D11A3D}" dt="2026-08-31T19:28:57.595" v="276" actId="478"/>
          <ac:spMkLst>
            <pc:docMk/>
            <pc:sldMk cId="0" sldId="257"/>
            <ac:spMk id="12" creationId="{00000000-0000-0000-0000-000000000000}"/>
          </ac:spMkLst>
        </pc:spChg>
        <pc:spChg chg="del">
          <ac:chgData name="Hsu Hlaing Hnin" userId="5aad8f8e78eef6e5" providerId="LiveId" clId="{9758AD28-1A7F-443F-86E4-2AE420D11A3D}" dt="2026-08-31T19:40:06.663" v="460" actId="478"/>
          <ac:spMkLst>
            <pc:docMk/>
            <pc:sldMk cId="0" sldId="257"/>
            <ac:spMk id="13" creationId="{00000000-0000-0000-0000-000000000000}"/>
          </ac:spMkLst>
        </pc:spChg>
        <pc:spChg chg="del">
          <ac:chgData name="Hsu Hlaing Hnin" userId="5aad8f8e78eef6e5" providerId="LiveId" clId="{9758AD28-1A7F-443F-86E4-2AE420D11A3D}" dt="2026-08-31T19:40:05.531" v="459" actId="478"/>
          <ac:spMkLst>
            <pc:docMk/>
            <pc:sldMk cId="0" sldId="257"/>
            <ac:spMk id="14" creationId="{00000000-0000-0000-0000-000000000000}"/>
          </ac:spMkLst>
        </pc:spChg>
        <pc:spChg chg="del">
          <ac:chgData name="Hsu Hlaing Hnin" userId="5aad8f8e78eef6e5" providerId="LiveId" clId="{9758AD28-1A7F-443F-86E4-2AE420D11A3D}" dt="2026-08-31T19:30:17.176" v="331" actId="478"/>
          <ac:spMkLst>
            <pc:docMk/>
            <pc:sldMk cId="0" sldId="257"/>
            <ac:spMk id="15" creationId="{00000000-0000-0000-0000-000000000000}"/>
          </ac:spMkLst>
        </pc:spChg>
        <pc:spChg chg="del">
          <ac:chgData name="Hsu Hlaing Hnin" userId="5aad8f8e78eef6e5" providerId="LiveId" clId="{9758AD28-1A7F-443F-86E4-2AE420D11A3D}" dt="2026-08-31T19:30:14.628" v="330" actId="478"/>
          <ac:spMkLst>
            <pc:docMk/>
            <pc:sldMk cId="0" sldId="257"/>
            <ac:spMk id="16" creationId="{00000000-0000-0000-0000-000000000000}"/>
          </ac:spMkLst>
        </pc:spChg>
        <pc:spChg chg="del">
          <ac:chgData name="Hsu Hlaing Hnin" userId="5aad8f8e78eef6e5" providerId="LiveId" clId="{9758AD28-1A7F-443F-86E4-2AE420D11A3D}" dt="2026-08-31T18:31:58.487" v="57" actId="478"/>
          <ac:spMkLst>
            <pc:docMk/>
            <pc:sldMk cId="0" sldId="257"/>
            <ac:spMk id="17" creationId="{00000000-0000-0000-0000-000000000000}"/>
          </ac:spMkLst>
        </pc:spChg>
        <pc:spChg chg="del">
          <ac:chgData name="Hsu Hlaing Hnin" userId="5aad8f8e78eef6e5" providerId="LiveId" clId="{9758AD28-1A7F-443F-86E4-2AE420D11A3D}" dt="2026-08-31T18:31:57.298" v="56" actId="478"/>
          <ac:spMkLst>
            <pc:docMk/>
            <pc:sldMk cId="0" sldId="257"/>
            <ac:spMk id="18" creationId="{00000000-0000-0000-0000-000000000000}"/>
          </ac:spMkLst>
        </pc:spChg>
        <pc:spChg chg="del">
          <ac:chgData name="Hsu Hlaing Hnin" userId="5aad8f8e78eef6e5" providerId="LiveId" clId="{9758AD28-1A7F-443F-86E4-2AE420D11A3D}" dt="2026-08-31T18:31:53.231" v="55" actId="478"/>
          <ac:spMkLst>
            <pc:docMk/>
            <pc:sldMk cId="0" sldId="257"/>
            <ac:spMk id="19" creationId="{00000000-0000-0000-0000-000000000000}"/>
          </ac:spMkLst>
        </pc:spChg>
        <pc:spChg chg="del">
          <ac:chgData name="Hsu Hlaing Hnin" userId="5aad8f8e78eef6e5" providerId="LiveId" clId="{9758AD28-1A7F-443F-86E4-2AE420D11A3D}" dt="2026-08-31T18:16:02.101" v="37" actId="478"/>
          <ac:spMkLst>
            <pc:docMk/>
            <pc:sldMk cId="0" sldId="257"/>
            <ac:spMk id="20" creationId="{00000000-0000-0000-0000-000000000000}"/>
          </ac:spMkLst>
        </pc:spChg>
        <pc:spChg chg="del">
          <ac:chgData name="Hsu Hlaing Hnin" userId="5aad8f8e78eef6e5" providerId="LiveId" clId="{9758AD28-1A7F-443F-86E4-2AE420D11A3D}" dt="2026-08-31T18:16:06.674" v="39" actId="478"/>
          <ac:spMkLst>
            <pc:docMk/>
            <pc:sldMk cId="0" sldId="257"/>
            <ac:spMk id="22" creationId="{00000000-0000-0000-0000-000000000000}"/>
          </ac:spMkLst>
        </pc:spChg>
        <pc:spChg chg="add del mod">
          <ac:chgData name="Hsu Hlaing Hnin" userId="5aad8f8e78eef6e5" providerId="LiveId" clId="{9758AD28-1A7F-443F-86E4-2AE420D11A3D}" dt="2026-08-31T19:25:02.632" v="275" actId="478"/>
          <ac:spMkLst>
            <pc:docMk/>
            <pc:sldMk cId="0" sldId="257"/>
            <ac:spMk id="28" creationId="{A91E6970-A719-454C-8387-25737F6550B6}"/>
          </ac:spMkLst>
        </pc:spChg>
        <pc:spChg chg="add mod ord">
          <ac:chgData name="Hsu Hlaing Hnin" userId="5aad8f8e78eef6e5" providerId="LiveId" clId="{9758AD28-1A7F-443F-86E4-2AE420D11A3D}" dt="2026-08-31T19:51:25.315" v="561" actId="164"/>
          <ac:spMkLst>
            <pc:docMk/>
            <pc:sldMk cId="0" sldId="257"/>
            <ac:spMk id="33" creationId="{EF1DB8EA-B40F-4C1A-80CC-1142D70199B8}"/>
          </ac:spMkLst>
        </pc:spChg>
        <pc:spChg chg="add mod">
          <ac:chgData name="Hsu Hlaing Hnin" userId="5aad8f8e78eef6e5" providerId="LiveId" clId="{9758AD28-1A7F-443F-86E4-2AE420D11A3D}" dt="2026-08-31T19:51:25.315" v="561" actId="164"/>
          <ac:spMkLst>
            <pc:docMk/>
            <pc:sldMk cId="0" sldId="257"/>
            <ac:spMk id="34" creationId="{71C3DFEB-B751-4912-8F6B-BBECF87C8392}"/>
          </ac:spMkLst>
        </pc:spChg>
        <pc:spChg chg="add mod">
          <ac:chgData name="Hsu Hlaing Hnin" userId="5aad8f8e78eef6e5" providerId="LiveId" clId="{9758AD28-1A7F-443F-86E4-2AE420D11A3D}" dt="2026-08-31T19:51:25.315" v="561" actId="164"/>
          <ac:spMkLst>
            <pc:docMk/>
            <pc:sldMk cId="0" sldId="257"/>
            <ac:spMk id="36" creationId="{347FB7F3-F9B5-4E9F-B31B-B537F0F56CDE}"/>
          </ac:spMkLst>
        </pc:spChg>
        <pc:spChg chg="add mod">
          <ac:chgData name="Hsu Hlaing Hnin" userId="5aad8f8e78eef6e5" providerId="LiveId" clId="{9758AD28-1A7F-443F-86E4-2AE420D11A3D}" dt="2026-08-31T19:17:21.370" v="242" actId="571"/>
          <ac:spMkLst>
            <pc:docMk/>
            <pc:sldMk cId="0" sldId="257"/>
            <ac:spMk id="37" creationId="{1157CE82-35E7-473A-99EB-953C55DA3E31}"/>
          </ac:spMkLst>
        </pc:spChg>
        <pc:spChg chg="add mod">
          <ac:chgData name="Hsu Hlaing Hnin" userId="5aad8f8e78eef6e5" providerId="LiveId" clId="{9758AD28-1A7F-443F-86E4-2AE420D11A3D}" dt="2026-08-31T19:17:30.176" v="244" actId="571"/>
          <ac:spMkLst>
            <pc:docMk/>
            <pc:sldMk cId="0" sldId="257"/>
            <ac:spMk id="38" creationId="{E09DA628-CB9A-415B-81C6-56572FAD2706}"/>
          </ac:spMkLst>
        </pc:spChg>
        <pc:spChg chg="add mod">
          <ac:chgData name="Hsu Hlaing Hnin" userId="5aad8f8e78eef6e5" providerId="LiveId" clId="{9758AD28-1A7F-443F-86E4-2AE420D11A3D}" dt="2026-08-31T19:39:06.558" v="400" actId="1076"/>
          <ac:spMkLst>
            <pc:docMk/>
            <pc:sldMk cId="0" sldId="257"/>
            <ac:spMk id="45" creationId="{BD81EF29-AF1A-423E-A4D2-59C16A9B9091}"/>
          </ac:spMkLst>
        </pc:spChg>
        <pc:grpChg chg="add mod">
          <ac:chgData name="Hsu Hlaing Hnin" userId="5aad8f8e78eef6e5" providerId="LiveId" clId="{9758AD28-1A7F-443F-86E4-2AE420D11A3D}" dt="2026-08-31T19:51:25.315" v="561" actId="164"/>
          <ac:grpSpMkLst>
            <pc:docMk/>
            <pc:sldMk cId="0" sldId="257"/>
            <ac:grpSpMk id="44" creationId="{7A4C3761-F60F-4BC9-89AB-B8FC6D4FB41C}"/>
          </ac:grpSpMkLst>
        </pc:grpChg>
        <pc:grpChg chg="add mod">
          <ac:chgData name="Hsu Hlaing Hnin" userId="5aad8f8e78eef6e5" providerId="LiveId" clId="{9758AD28-1A7F-443F-86E4-2AE420D11A3D}" dt="2026-08-31T19:40:09.534" v="461" actId="1076"/>
          <ac:grpSpMkLst>
            <pc:docMk/>
            <pc:sldMk cId="0" sldId="257"/>
            <ac:grpSpMk id="46" creationId="{767D4FA0-4819-44C4-ABFB-DDFFB299B41A}"/>
          </ac:grpSpMkLst>
        </pc:grpChg>
        <pc:grpChg chg="add mod">
          <ac:chgData name="Hsu Hlaing Hnin" userId="5aad8f8e78eef6e5" providerId="LiveId" clId="{9758AD28-1A7F-443F-86E4-2AE420D11A3D}" dt="2026-08-31T19:51:25.315" v="561" actId="164"/>
          <ac:grpSpMkLst>
            <pc:docMk/>
            <pc:sldMk cId="0" sldId="257"/>
            <ac:grpSpMk id="47" creationId="{C0E70A68-FFE4-4938-8001-9F9F3A1F7006}"/>
          </ac:grpSpMkLst>
        </pc:grpChg>
        <pc:picChg chg="del">
          <ac:chgData name="Hsu Hlaing Hnin" userId="5aad8f8e78eef6e5" providerId="LiveId" clId="{9758AD28-1A7F-443F-86E4-2AE420D11A3D}" dt="2026-08-31T18:16:03.045" v="38" actId="478"/>
          <ac:picMkLst>
            <pc:docMk/>
            <pc:sldMk cId="0" sldId="257"/>
            <ac:picMk id="21" creationId="{00000000-0000-0000-0000-000000000000}"/>
          </ac:picMkLst>
        </pc:picChg>
        <pc:picChg chg="add mod">
          <ac:chgData name="Hsu Hlaing Hnin" userId="5aad8f8e78eef6e5" providerId="LiveId" clId="{9758AD28-1A7F-443F-86E4-2AE420D11A3D}" dt="2026-08-31T19:51:25.315" v="561" actId="164"/>
          <ac:picMkLst>
            <pc:docMk/>
            <pc:sldMk cId="0" sldId="257"/>
            <ac:picMk id="23" creationId="{268FA814-B839-4D08-B9BD-EB18A3B394AD}"/>
          </ac:picMkLst>
        </pc:picChg>
        <pc:picChg chg="add del mod">
          <ac:chgData name="Hsu Hlaing Hnin" userId="5aad8f8e78eef6e5" providerId="LiveId" clId="{9758AD28-1A7F-443F-86E4-2AE420D11A3D}" dt="2026-08-31T19:20:45.519" v="250" actId="478"/>
          <ac:picMkLst>
            <pc:docMk/>
            <pc:sldMk cId="0" sldId="257"/>
            <ac:picMk id="25" creationId="{9AA15A96-6EB9-409A-8887-8E976D31E803}"/>
          </ac:picMkLst>
        </pc:picChg>
        <pc:picChg chg="add del mod modCrop">
          <ac:chgData name="Hsu Hlaing Hnin" userId="5aad8f8e78eef6e5" providerId="LiveId" clId="{9758AD28-1A7F-443F-86E4-2AE420D11A3D}" dt="2026-08-31T18:57:56.544" v="68" actId="478"/>
          <ac:picMkLst>
            <pc:docMk/>
            <pc:sldMk cId="0" sldId="257"/>
            <ac:picMk id="27" creationId="{D1AB87BA-65D3-4F62-BEFC-3AB6109E64D4}"/>
          </ac:picMkLst>
        </pc:picChg>
        <pc:picChg chg="add del mod">
          <ac:chgData name="Hsu Hlaing Hnin" userId="5aad8f8e78eef6e5" providerId="LiveId" clId="{9758AD28-1A7F-443F-86E4-2AE420D11A3D}" dt="2026-08-31T19:08:19.166" v="85" actId="478"/>
          <ac:picMkLst>
            <pc:docMk/>
            <pc:sldMk cId="0" sldId="257"/>
            <ac:picMk id="30" creationId="{F5332A07-1A57-4A5A-B961-058D8A9F74EB}"/>
          </ac:picMkLst>
        </pc:picChg>
        <pc:picChg chg="add del mod">
          <ac:chgData name="Hsu Hlaing Hnin" userId="5aad8f8e78eef6e5" providerId="LiveId" clId="{9758AD28-1A7F-443F-86E4-2AE420D11A3D}" dt="2026-08-31T19:20:43.916" v="249" actId="478"/>
          <ac:picMkLst>
            <pc:docMk/>
            <pc:sldMk cId="0" sldId="257"/>
            <ac:picMk id="32" creationId="{A2BB5BCF-B6DF-4468-B19F-173E0DC522A2}"/>
          </ac:picMkLst>
        </pc:picChg>
        <pc:picChg chg="add mod">
          <ac:chgData name="Hsu Hlaing Hnin" userId="5aad8f8e78eef6e5" providerId="LiveId" clId="{9758AD28-1A7F-443F-86E4-2AE420D11A3D}" dt="2026-08-31T19:23:51.541" v="266" actId="164"/>
          <ac:picMkLst>
            <pc:docMk/>
            <pc:sldMk cId="0" sldId="257"/>
            <ac:picMk id="40" creationId="{F32B37A7-C68E-4BA7-A978-B6DFD1B72DF3}"/>
          </ac:picMkLst>
        </pc:picChg>
        <pc:picChg chg="add mod">
          <ac:chgData name="Hsu Hlaing Hnin" userId="5aad8f8e78eef6e5" providerId="LiveId" clId="{9758AD28-1A7F-443F-86E4-2AE420D11A3D}" dt="2026-08-31T19:23:51.541" v="266" actId="164"/>
          <ac:picMkLst>
            <pc:docMk/>
            <pc:sldMk cId="0" sldId="257"/>
            <ac:picMk id="41" creationId="{DF1F485E-4BE2-4BFE-8C0E-6907A5D879A2}"/>
          </ac:picMkLst>
        </pc:picChg>
        <pc:picChg chg="add mod">
          <ac:chgData name="Hsu Hlaing Hnin" userId="5aad8f8e78eef6e5" providerId="LiveId" clId="{9758AD28-1A7F-443F-86E4-2AE420D11A3D}" dt="2026-08-31T19:23:51.541" v="266" actId="164"/>
          <ac:picMkLst>
            <pc:docMk/>
            <pc:sldMk cId="0" sldId="257"/>
            <ac:picMk id="42" creationId="{C042A942-7D62-4AD1-BA9D-02AB2A3F0E2F}"/>
          </ac:picMkLst>
        </pc:picChg>
        <pc:picChg chg="add mod">
          <ac:chgData name="Hsu Hlaing Hnin" userId="5aad8f8e78eef6e5" providerId="LiveId" clId="{9758AD28-1A7F-443F-86E4-2AE420D11A3D}" dt="2026-08-31T19:23:51.541" v="266" actId="164"/>
          <ac:picMkLst>
            <pc:docMk/>
            <pc:sldMk cId="0" sldId="257"/>
            <ac:picMk id="43" creationId="{86D7B124-A116-45C1-8EC7-5A6C0DD5C6AE}"/>
          </ac:picMkLst>
        </pc:picChg>
      </pc:sldChg>
      <pc:sldChg chg="addSp delSp modSp mod">
        <pc:chgData name="Hsu Hlaing Hnin" userId="5aad8f8e78eef6e5" providerId="LiveId" clId="{9758AD28-1A7F-443F-86E4-2AE420D11A3D}" dt="2026-09-01T02:09:03.615" v="3036" actId="1076"/>
        <pc:sldMkLst>
          <pc:docMk/>
          <pc:sldMk cId="0" sldId="258"/>
        </pc:sldMkLst>
        <pc:spChg chg="mod">
          <ac:chgData name="Hsu Hlaing Hnin" userId="5aad8f8e78eef6e5" providerId="LiveId" clId="{9758AD28-1A7F-443F-86E4-2AE420D11A3D}" dt="2026-09-01T02:09:03.615" v="3036" actId="1076"/>
          <ac:spMkLst>
            <pc:docMk/>
            <pc:sldMk cId="0" sldId="258"/>
            <ac:spMk id="2" creationId="{00000000-0000-0000-0000-000000000000}"/>
          </ac:spMkLst>
        </pc:spChg>
        <pc:spChg chg="del">
          <ac:chgData name="Hsu Hlaing Hnin" userId="5aad8f8e78eef6e5" providerId="LiveId" clId="{9758AD28-1A7F-443F-86E4-2AE420D11A3D}" dt="2026-08-31T19:48:10.116" v="526" actId="478"/>
          <ac:spMkLst>
            <pc:docMk/>
            <pc:sldMk cId="0" sldId="258"/>
            <ac:spMk id="3" creationId="{00000000-0000-0000-0000-000000000000}"/>
          </ac:spMkLst>
        </pc:spChg>
        <pc:spChg chg="del">
          <ac:chgData name="Hsu Hlaing Hnin" userId="5aad8f8e78eef6e5" providerId="LiveId" clId="{9758AD28-1A7F-443F-86E4-2AE420D11A3D}" dt="2026-08-31T20:05:13.560" v="998" actId="478"/>
          <ac:spMkLst>
            <pc:docMk/>
            <pc:sldMk cId="0" sldId="258"/>
            <ac:spMk id="4" creationId="{00000000-0000-0000-0000-000000000000}"/>
          </ac:spMkLst>
        </pc:spChg>
        <pc:spChg chg="del">
          <ac:chgData name="Hsu Hlaing Hnin" userId="5aad8f8e78eef6e5" providerId="LiveId" clId="{9758AD28-1A7F-443F-86E4-2AE420D11A3D}" dt="2026-08-31T19:48:16.639" v="529" actId="478"/>
          <ac:spMkLst>
            <pc:docMk/>
            <pc:sldMk cId="0" sldId="258"/>
            <ac:spMk id="5" creationId="{00000000-0000-0000-0000-000000000000}"/>
          </ac:spMkLst>
        </pc:spChg>
        <pc:spChg chg="del mod">
          <ac:chgData name="Hsu Hlaing Hnin" userId="5aad8f8e78eef6e5" providerId="LiveId" clId="{9758AD28-1A7F-443F-86E4-2AE420D11A3D}" dt="2026-08-31T19:48:24.425" v="532" actId="478"/>
          <ac:spMkLst>
            <pc:docMk/>
            <pc:sldMk cId="0" sldId="258"/>
            <ac:spMk id="7" creationId="{00000000-0000-0000-0000-000000000000}"/>
          </ac:spMkLst>
        </pc:spChg>
        <pc:spChg chg="del mod">
          <ac:chgData name="Hsu Hlaing Hnin" userId="5aad8f8e78eef6e5" providerId="LiveId" clId="{9758AD28-1A7F-443F-86E4-2AE420D11A3D}" dt="2026-08-31T19:48:30.523" v="534" actId="478"/>
          <ac:spMkLst>
            <pc:docMk/>
            <pc:sldMk cId="0" sldId="258"/>
            <ac:spMk id="8" creationId="{00000000-0000-0000-0000-000000000000}"/>
          </ac:spMkLst>
        </pc:spChg>
        <pc:spChg chg="del">
          <ac:chgData name="Hsu Hlaing Hnin" userId="5aad8f8e78eef6e5" providerId="LiveId" clId="{9758AD28-1A7F-443F-86E4-2AE420D11A3D}" dt="2026-08-31T19:48:19.454" v="530" actId="478"/>
          <ac:spMkLst>
            <pc:docMk/>
            <pc:sldMk cId="0" sldId="258"/>
            <ac:spMk id="9" creationId="{00000000-0000-0000-0000-000000000000}"/>
          </ac:spMkLst>
        </pc:spChg>
        <pc:spChg chg="del">
          <ac:chgData name="Hsu Hlaing Hnin" userId="5aad8f8e78eef6e5" providerId="LiveId" clId="{9758AD28-1A7F-443F-86E4-2AE420D11A3D}" dt="2026-08-31T19:48:32.990" v="535" actId="478"/>
          <ac:spMkLst>
            <pc:docMk/>
            <pc:sldMk cId="0" sldId="258"/>
            <ac:spMk id="11" creationId="{00000000-0000-0000-0000-000000000000}"/>
          </ac:spMkLst>
        </pc:spChg>
        <pc:spChg chg="del">
          <ac:chgData name="Hsu Hlaing Hnin" userId="5aad8f8e78eef6e5" providerId="LiveId" clId="{9758AD28-1A7F-443F-86E4-2AE420D11A3D}" dt="2026-08-31T19:48:37.364" v="536" actId="478"/>
          <ac:spMkLst>
            <pc:docMk/>
            <pc:sldMk cId="0" sldId="258"/>
            <ac:spMk id="12" creationId="{00000000-0000-0000-0000-000000000000}"/>
          </ac:spMkLst>
        </pc:spChg>
        <pc:spChg chg="del">
          <ac:chgData name="Hsu Hlaing Hnin" userId="5aad8f8e78eef6e5" providerId="LiveId" clId="{9758AD28-1A7F-443F-86E4-2AE420D11A3D}" dt="2026-08-31T19:48:40.052" v="538" actId="478"/>
          <ac:spMkLst>
            <pc:docMk/>
            <pc:sldMk cId="0" sldId="258"/>
            <ac:spMk id="13" creationId="{00000000-0000-0000-0000-000000000000}"/>
          </ac:spMkLst>
        </pc:spChg>
        <pc:spChg chg="del">
          <ac:chgData name="Hsu Hlaing Hnin" userId="5aad8f8e78eef6e5" providerId="LiveId" clId="{9758AD28-1A7F-443F-86E4-2AE420D11A3D}" dt="2026-08-31T19:48:39.305" v="537" actId="478"/>
          <ac:spMkLst>
            <pc:docMk/>
            <pc:sldMk cId="0" sldId="258"/>
            <ac:spMk id="14" creationId="{00000000-0000-0000-0000-000000000000}"/>
          </ac:spMkLst>
        </pc:spChg>
        <pc:spChg chg="del">
          <ac:chgData name="Hsu Hlaing Hnin" userId="5aad8f8e78eef6e5" providerId="LiveId" clId="{9758AD28-1A7F-443F-86E4-2AE420D11A3D}" dt="2026-08-31T19:48:54.286" v="549" actId="478"/>
          <ac:spMkLst>
            <pc:docMk/>
            <pc:sldMk cId="0" sldId="258"/>
            <ac:spMk id="15" creationId="{00000000-0000-0000-0000-000000000000}"/>
          </ac:spMkLst>
        </pc:spChg>
        <pc:spChg chg="del">
          <ac:chgData name="Hsu Hlaing Hnin" userId="5aad8f8e78eef6e5" providerId="LiveId" clId="{9758AD28-1A7F-443F-86E4-2AE420D11A3D}" dt="2026-08-31T19:48:42.376" v="540" actId="478"/>
          <ac:spMkLst>
            <pc:docMk/>
            <pc:sldMk cId="0" sldId="258"/>
            <ac:spMk id="16" creationId="{00000000-0000-0000-0000-000000000000}"/>
          </ac:spMkLst>
        </pc:spChg>
        <pc:spChg chg="del">
          <ac:chgData name="Hsu Hlaing Hnin" userId="5aad8f8e78eef6e5" providerId="LiveId" clId="{9758AD28-1A7F-443F-86E4-2AE420D11A3D}" dt="2026-08-31T19:48:41.628" v="539" actId="478"/>
          <ac:spMkLst>
            <pc:docMk/>
            <pc:sldMk cId="0" sldId="258"/>
            <ac:spMk id="17" creationId="{00000000-0000-0000-0000-000000000000}"/>
          </ac:spMkLst>
        </pc:spChg>
        <pc:spChg chg="del">
          <ac:chgData name="Hsu Hlaing Hnin" userId="5aad8f8e78eef6e5" providerId="LiveId" clId="{9758AD28-1A7F-443F-86E4-2AE420D11A3D}" dt="2026-08-31T19:48:52.500" v="548" actId="478"/>
          <ac:spMkLst>
            <pc:docMk/>
            <pc:sldMk cId="0" sldId="258"/>
            <ac:spMk id="18" creationId="{00000000-0000-0000-0000-000000000000}"/>
          </ac:spMkLst>
        </pc:spChg>
        <pc:spChg chg="del">
          <ac:chgData name="Hsu Hlaing Hnin" userId="5aad8f8e78eef6e5" providerId="LiveId" clId="{9758AD28-1A7F-443F-86E4-2AE420D11A3D}" dt="2026-08-31T19:48:44.053" v="542" actId="478"/>
          <ac:spMkLst>
            <pc:docMk/>
            <pc:sldMk cId="0" sldId="258"/>
            <ac:spMk id="19" creationId="{00000000-0000-0000-0000-000000000000}"/>
          </ac:spMkLst>
        </pc:spChg>
        <pc:spChg chg="del">
          <ac:chgData name="Hsu Hlaing Hnin" userId="5aad8f8e78eef6e5" providerId="LiveId" clId="{9758AD28-1A7F-443F-86E4-2AE420D11A3D}" dt="2026-08-31T19:48:43.294" v="541" actId="478"/>
          <ac:spMkLst>
            <pc:docMk/>
            <pc:sldMk cId="0" sldId="258"/>
            <ac:spMk id="20" creationId="{00000000-0000-0000-0000-000000000000}"/>
          </ac:spMkLst>
        </pc:spChg>
        <pc:spChg chg="del">
          <ac:chgData name="Hsu Hlaing Hnin" userId="5aad8f8e78eef6e5" providerId="LiveId" clId="{9758AD28-1A7F-443F-86E4-2AE420D11A3D}" dt="2026-08-31T19:48:50.591" v="547" actId="478"/>
          <ac:spMkLst>
            <pc:docMk/>
            <pc:sldMk cId="0" sldId="258"/>
            <ac:spMk id="21" creationId="{00000000-0000-0000-0000-000000000000}"/>
          </ac:spMkLst>
        </pc:spChg>
        <pc:spChg chg="del">
          <ac:chgData name="Hsu Hlaing Hnin" userId="5aad8f8e78eef6e5" providerId="LiveId" clId="{9758AD28-1A7F-443F-86E4-2AE420D11A3D}" dt="2026-08-31T19:48:46.436" v="544" actId="478"/>
          <ac:spMkLst>
            <pc:docMk/>
            <pc:sldMk cId="0" sldId="258"/>
            <ac:spMk id="22" creationId="{00000000-0000-0000-0000-000000000000}"/>
          </ac:spMkLst>
        </pc:spChg>
        <pc:spChg chg="del">
          <ac:chgData name="Hsu Hlaing Hnin" userId="5aad8f8e78eef6e5" providerId="LiveId" clId="{9758AD28-1A7F-443F-86E4-2AE420D11A3D}" dt="2026-08-31T19:48:45.695" v="543" actId="478"/>
          <ac:spMkLst>
            <pc:docMk/>
            <pc:sldMk cId="0" sldId="258"/>
            <ac:spMk id="23" creationId="{00000000-0000-0000-0000-000000000000}"/>
          </ac:spMkLst>
        </pc:spChg>
        <pc:spChg chg="del mod">
          <ac:chgData name="Hsu Hlaing Hnin" userId="5aad8f8e78eef6e5" providerId="LiveId" clId="{9758AD28-1A7F-443F-86E4-2AE420D11A3D}" dt="2026-08-31T19:48:48.633" v="546" actId="478"/>
          <ac:spMkLst>
            <pc:docMk/>
            <pc:sldMk cId="0" sldId="258"/>
            <ac:spMk id="24" creationId="{00000000-0000-0000-0000-000000000000}"/>
          </ac:spMkLst>
        </pc:spChg>
        <pc:spChg chg="add del mod">
          <ac:chgData name="Hsu Hlaing Hnin" userId="5aad8f8e78eef6e5" providerId="LiveId" clId="{9758AD28-1A7F-443F-86E4-2AE420D11A3D}" dt="2026-08-31T20:12:29.032" v="1117" actId="478"/>
          <ac:spMkLst>
            <pc:docMk/>
            <pc:sldMk cId="0" sldId="258"/>
            <ac:spMk id="26" creationId="{BE62DD28-DDCE-4943-ABBF-D9A930E8007C}"/>
          </ac:spMkLst>
        </pc:spChg>
        <pc:spChg chg="add mod">
          <ac:chgData name="Hsu Hlaing Hnin" userId="5aad8f8e78eef6e5" providerId="LiveId" clId="{9758AD28-1A7F-443F-86E4-2AE420D11A3D}" dt="2026-08-31T20:12:49.590" v="1122" actId="164"/>
          <ac:spMkLst>
            <pc:docMk/>
            <pc:sldMk cId="0" sldId="258"/>
            <ac:spMk id="27" creationId="{86DB2240-7014-4240-AEA2-002E15F8776A}"/>
          </ac:spMkLst>
        </pc:spChg>
        <pc:spChg chg="add mod">
          <ac:chgData name="Hsu Hlaing Hnin" userId="5aad8f8e78eef6e5" providerId="LiveId" clId="{9758AD28-1A7F-443F-86E4-2AE420D11A3D}" dt="2026-08-31T20:12:49.590" v="1122" actId="164"/>
          <ac:spMkLst>
            <pc:docMk/>
            <pc:sldMk cId="0" sldId="258"/>
            <ac:spMk id="28" creationId="{7D37344B-F762-4BCC-9DAF-AF3DCE79BA1B}"/>
          </ac:spMkLst>
        </pc:spChg>
        <pc:spChg chg="add del mod">
          <ac:chgData name="Hsu Hlaing Hnin" userId="5aad8f8e78eef6e5" providerId="LiveId" clId="{9758AD28-1A7F-443F-86E4-2AE420D11A3D}" dt="2026-08-31T20:15:43.244" v="1301" actId="478"/>
          <ac:spMkLst>
            <pc:docMk/>
            <pc:sldMk cId="0" sldId="258"/>
            <ac:spMk id="29" creationId="{0213881C-8FA8-43AD-9423-4F71E3D6D9A5}"/>
          </ac:spMkLst>
        </pc:spChg>
        <pc:spChg chg="add del mod">
          <ac:chgData name="Hsu Hlaing Hnin" userId="5aad8f8e78eef6e5" providerId="LiveId" clId="{9758AD28-1A7F-443F-86E4-2AE420D11A3D}" dt="2026-08-31T20:15:50.931" v="1304" actId="478"/>
          <ac:spMkLst>
            <pc:docMk/>
            <pc:sldMk cId="0" sldId="258"/>
            <ac:spMk id="30" creationId="{5397FC1C-FE78-435A-88C1-E148EF677C23}"/>
          </ac:spMkLst>
        </pc:spChg>
        <pc:spChg chg="add del mod">
          <ac:chgData name="Hsu Hlaing Hnin" userId="5aad8f8e78eef6e5" providerId="LiveId" clId="{9758AD28-1A7F-443F-86E4-2AE420D11A3D}" dt="2026-08-31T20:20:18.832" v="1552" actId="478"/>
          <ac:spMkLst>
            <pc:docMk/>
            <pc:sldMk cId="0" sldId="258"/>
            <ac:spMk id="31" creationId="{58F46682-D328-4D5C-922C-58EBAFE9D083}"/>
          </ac:spMkLst>
        </pc:spChg>
        <pc:spChg chg="add del mod">
          <ac:chgData name="Hsu Hlaing Hnin" userId="5aad8f8e78eef6e5" providerId="LiveId" clId="{9758AD28-1A7F-443F-86E4-2AE420D11A3D}" dt="2026-08-31T20:20:25.091" v="1556" actId="478"/>
          <ac:spMkLst>
            <pc:docMk/>
            <pc:sldMk cId="0" sldId="258"/>
            <ac:spMk id="32" creationId="{79BCE4DB-E694-46A2-9A22-15AF28236915}"/>
          </ac:spMkLst>
        </pc:spChg>
        <pc:spChg chg="add del mod">
          <ac:chgData name="Hsu Hlaing Hnin" userId="5aad8f8e78eef6e5" providerId="LiveId" clId="{9758AD28-1A7F-443F-86E4-2AE420D11A3D}" dt="2026-08-31T20:20:20.131" v="1553" actId="478"/>
          <ac:spMkLst>
            <pc:docMk/>
            <pc:sldMk cId="0" sldId="258"/>
            <ac:spMk id="33" creationId="{130D6A48-130F-4746-829C-10F028F13154}"/>
          </ac:spMkLst>
        </pc:spChg>
        <pc:spChg chg="add del mod">
          <ac:chgData name="Hsu Hlaing Hnin" userId="5aad8f8e78eef6e5" providerId="LiveId" clId="{9758AD28-1A7F-443F-86E4-2AE420D11A3D}" dt="2026-08-31T20:20:26.415" v="1557" actId="478"/>
          <ac:spMkLst>
            <pc:docMk/>
            <pc:sldMk cId="0" sldId="258"/>
            <ac:spMk id="34" creationId="{329026F3-4EB6-4148-AD63-3FC0683CBBB3}"/>
          </ac:spMkLst>
        </pc:spChg>
        <pc:spChg chg="add del mod">
          <ac:chgData name="Hsu Hlaing Hnin" userId="5aad8f8e78eef6e5" providerId="LiveId" clId="{9758AD28-1A7F-443F-86E4-2AE420D11A3D}" dt="2026-08-31T20:20:28.848" v="1558" actId="478"/>
          <ac:spMkLst>
            <pc:docMk/>
            <pc:sldMk cId="0" sldId="258"/>
            <ac:spMk id="35" creationId="{0E6C3D94-5AD3-4ED5-B1C5-BAA87A039543}"/>
          </ac:spMkLst>
        </pc:spChg>
        <pc:spChg chg="add del mod">
          <ac:chgData name="Hsu Hlaing Hnin" userId="5aad8f8e78eef6e5" providerId="LiveId" clId="{9758AD28-1A7F-443F-86E4-2AE420D11A3D}" dt="2026-08-31T20:16:15.607" v="1309" actId="478"/>
          <ac:spMkLst>
            <pc:docMk/>
            <pc:sldMk cId="0" sldId="258"/>
            <ac:spMk id="36" creationId="{28324922-18DB-448E-9F92-29D86FC55F87}"/>
          </ac:spMkLst>
        </pc:spChg>
        <pc:spChg chg="add del mod">
          <ac:chgData name="Hsu Hlaing Hnin" userId="5aad8f8e78eef6e5" providerId="LiveId" clId="{9758AD28-1A7F-443F-86E4-2AE420D11A3D}" dt="2026-08-31T20:20:30.584" v="1560" actId="478"/>
          <ac:spMkLst>
            <pc:docMk/>
            <pc:sldMk cId="0" sldId="258"/>
            <ac:spMk id="37" creationId="{DE78DFD2-DD43-4413-9D4E-33E94F891CF4}"/>
          </ac:spMkLst>
        </pc:spChg>
        <pc:spChg chg="add del mod">
          <ac:chgData name="Hsu Hlaing Hnin" userId="5aad8f8e78eef6e5" providerId="LiveId" clId="{9758AD28-1A7F-443F-86E4-2AE420D11A3D}" dt="2026-08-31T20:20:29.806" v="1559" actId="478"/>
          <ac:spMkLst>
            <pc:docMk/>
            <pc:sldMk cId="0" sldId="258"/>
            <ac:spMk id="38" creationId="{1BAAF4FE-254C-48B6-A426-70FCBBB0AB23}"/>
          </ac:spMkLst>
        </pc:spChg>
        <pc:spChg chg="add del mod">
          <ac:chgData name="Hsu Hlaing Hnin" userId="5aad8f8e78eef6e5" providerId="LiveId" clId="{9758AD28-1A7F-443F-86E4-2AE420D11A3D}" dt="2026-08-31T20:20:32.155" v="1561" actId="478"/>
          <ac:spMkLst>
            <pc:docMk/>
            <pc:sldMk cId="0" sldId="258"/>
            <ac:spMk id="39" creationId="{B65A4168-779B-4DA4-A8F2-ED87F62A9745}"/>
          </ac:spMkLst>
        </pc:spChg>
        <pc:spChg chg="add del mod">
          <ac:chgData name="Hsu Hlaing Hnin" userId="5aad8f8e78eef6e5" providerId="LiveId" clId="{9758AD28-1A7F-443F-86E4-2AE420D11A3D}" dt="2026-08-31T20:20:35.226" v="1562" actId="478"/>
          <ac:spMkLst>
            <pc:docMk/>
            <pc:sldMk cId="0" sldId="258"/>
            <ac:spMk id="40" creationId="{1CC6678E-6CE1-48E0-8F11-970374298C77}"/>
          </ac:spMkLst>
        </pc:spChg>
        <pc:spChg chg="mod">
          <ac:chgData name="Hsu Hlaing Hnin" userId="5aad8f8e78eef6e5" providerId="LiveId" clId="{9758AD28-1A7F-443F-86E4-2AE420D11A3D}" dt="2026-08-31T20:15:57.282" v="1305" actId="1076"/>
          <ac:spMkLst>
            <pc:docMk/>
            <pc:sldMk cId="0" sldId="258"/>
            <ac:spMk id="44" creationId="{BE1F1D3C-E184-4D3A-B6E8-B7E4BC69C4B7}"/>
          </ac:spMkLst>
        </pc:spChg>
        <pc:spChg chg="mod">
          <ac:chgData name="Hsu Hlaing Hnin" userId="5aad8f8e78eef6e5" providerId="LiveId" clId="{9758AD28-1A7F-443F-86E4-2AE420D11A3D}" dt="2026-08-31T20:15:38.797" v="1299" actId="20577"/>
          <ac:spMkLst>
            <pc:docMk/>
            <pc:sldMk cId="0" sldId="258"/>
            <ac:spMk id="45" creationId="{759A057A-B64F-496E-A400-26E581555654}"/>
          </ac:spMkLst>
        </pc:spChg>
        <pc:spChg chg="mod">
          <ac:chgData name="Hsu Hlaing Hnin" userId="5aad8f8e78eef6e5" providerId="LiveId" clId="{9758AD28-1A7F-443F-86E4-2AE420D11A3D}" dt="2026-08-31T20:14:56.792" v="1211"/>
          <ac:spMkLst>
            <pc:docMk/>
            <pc:sldMk cId="0" sldId="258"/>
            <ac:spMk id="46" creationId="{A8D6F1CF-EC10-446B-B862-2ED65DB90105}"/>
          </ac:spMkLst>
        </pc:spChg>
        <pc:spChg chg="mod">
          <ac:chgData name="Hsu Hlaing Hnin" userId="5aad8f8e78eef6e5" providerId="LiveId" clId="{9758AD28-1A7F-443F-86E4-2AE420D11A3D}" dt="2026-08-31T20:56:22.017" v="1930" actId="1076"/>
          <ac:spMkLst>
            <pc:docMk/>
            <pc:sldMk cId="0" sldId="258"/>
            <ac:spMk id="47" creationId="{D8BC27A6-4DC4-4E9B-B2ED-74BC3C4604A1}"/>
          </ac:spMkLst>
        </pc:spChg>
        <pc:spChg chg="mod">
          <ac:chgData name="Hsu Hlaing Hnin" userId="5aad8f8e78eef6e5" providerId="LiveId" clId="{9758AD28-1A7F-443F-86E4-2AE420D11A3D}" dt="2026-08-31T20:17:12.698" v="1353" actId="20577"/>
          <ac:spMkLst>
            <pc:docMk/>
            <pc:sldMk cId="0" sldId="258"/>
            <ac:spMk id="50" creationId="{4713175D-74AB-4296-8A5C-B4A699335BB6}"/>
          </ac:spMkLst>
        </pc:spChg>
        <pc:spChg chg="mod">
          <ac:chgData name="Hsu Hlaing Hnin" userId="5aad8f8e78eef6e5" providerId="LiveId" clId="{9758AD28-1A7F-443F-86E4-2AE420D11A3D}" dt="2026-08-31T20:18:03.599" v="1434" actId="20577"/>
          <ac:spMkLst>
            <pc:docMk/>
            <pc:sldMk cId="0" sldId="258"/>
            <ac:spMk id="51" creationId="{8CDCE324-7BB6-48F3-B46E-70BE74B9B566}"/>
          </ac:spMkLst>
        </pc:spChg>
        <pc:spChg chg="mod">
          <ac:chgData name="Hsu Hlaing Hnin" userId="5aad8f8e78eef6e5" providerId="LiveId" clId="{9758AD28-1A7F-443F-86E4-2AE420D11A3D}" dt="2026-08-31T20:16:00.817" v="1306"/>
          <ac:spMkLst>
            <pc:docMk/>
            <pc:sldMk cId="0" sldId="258"/>
            <ac:spMk id="52" creationId="{9281ECD3-6394-49F6-9CCD-717DDEFD03F0}"/>
          </ac:spMkLst>
        </pc:spChg>
        <pc:spChg chg="mod">
          <ac:chgData name="Hsu Hlaing Hnin" userId="5aad8f8e78eef6e5" providerId="LiveId" clId="{9758AD28-1A7F-443F-86E4-2AE420D11A3D}" dt="2026-08-31T20:18:10.558" v="1436" actId="20577"/>
          <ac:spMkLst>
            <pc:docMk/>
            <pc:sldMk cId="0" sldId="258"/>
            <ac:spMk id="53" creationId="{C63221F0-31B4-4436-B4F6-5A6768586D53}"/>
          </ac:spMkLst>
        </pc:spChg>
        <pc:spChg chg="mod">
          <ac:chgData name="Hsu Hlaing Hnin" userId="5aad8f8e78eef6e5" providerId="LiveId" clId="{9758AD28-1A7F-443F-86E4-2AE420D11A3D}" dt="2026-08-31T20:18:38.294" v="1466" actId="20577"/>
          <ac:spMkLst>
            <pc:docMk/>
            <pc:sldMk cId="0" sldId="258"/>
            <ac:spMk id="56" creationId="{687EEC0A-B8BD-4F03-BF53-6D128367B6B4}"/>
          </ac:spMkLst>
        </pc:spChg>
        <pc:spChg chg="mod">
          <ac:chgData name="Hsu Hlaing Hnin" userId="5aad8f8e78eef6e5" providerId="LiveId" clId="{9758AD28-1A7F-443F-86E4-2AE420D11A3D}" dt="2026-08-31T20:20:07.606" v="1549" actId="20577"/>
          <ac:spMkLst>
            <pc:docMk/>
            <pc:sldMk cId="0" sldId="258"/>
            <ac:spMk id="57" creationId="{27DD77FF-9E6F-4A58-9429-3E8405AD6F22}"/>
          </ac:spMkLst>
        </pc:spChg>
        <pc:spChg chg="mod">
          <ac:chgData name="Hsu Hlaing Hnin" userId="5aad8f8e78eef6e5" providerId="LiveId" clId="{9758AD28-1A7F-443F-86E4-2AE420D11A3D}" dt="2026-08-31T20:18:14.029" v="1437"/>
          <ac:spMkLst>
            <pc:docMk/>
            <pc:sldMk cId="0" sldId="258"/>
            <ac:spMk id="58" creationId="{4E9750E8-678B-4D50-AC0C-B6EB47E08674}"/>
          </ac:spMkLst>
        </pc:spChg>
        <pc:spChg chg="mod">
          <ac:chgData name="Hsu Hlaing Hnin" userId="5aad8f8e78eef6e5" providerId="LiveId" clId="{9758AD28-1A7F-443F-86E4-2AE420D11A3D}" dt="2026-08-31T20:18:20.600" v="1440" actId="20577"/>
          <ac:spMkLst>
            <pc:docMk/>
            <pc:sldMk cId="0" sldId="258"/>
            <ac:spMk id="59" creationId="{526F3A84-9798-47AE-B6FD-2DCAF9EF2624}"/>
          </ac:spMkLst>
        </pc:spChg>
        <pc:spChg chg="add mod">
          <ac:chgData name="Hsu Hlaing Hnin" userId="5aad8f8e78eef6e5" providerId="LiveId" clId="{9758AD28-1A7F-443F-86E4-2AE420D11A3D}" dt="2026-08-31T20:32:45.363" v="1629" actId="207"/>
          <ac:spMkLst>
            <pc:docMk/>
            <pc:sldMk cId="0" sldId="258"/>
            <ac:spMk id="63" creationId="{55241980-2E64-4E8F-A870-BEB3A61C6507}"/>
          </ac:spMkLst>
        </pc:spChg>
        <pc:spChg chg="add mod">
          <ac:chgData name="Hsu Hlaing Hnin" userId="5aad8f8e78eef6e5" providerId="LiveId" clId="{9758AD28-1A7F-443F-86E4-2AE420D11A3D}" dt="2026-08-31T20:34:38.953" v="1665" actId="12789"/>
          <ac:spMkLst>
            <pc:docMk/>
            <pc:sldMk cId="0" sldId="258"/>
            <ac:spMk id="64" creationId="{A34D6F95-43A6-4D40-88D2-1C8383E68E34}"/>
          </ac:spMkLst>
        </pc:spChg>
        <pc:spChg chg="add mod">
          <ac:chgData name="Hsu Hlaing Hnin" userId="5aad8f8e78eef6e5" providerId="LiveId" clId="{9758AD28-1A7F-443F-86E4-2AE420D11A3D}" dt="2026-08-31T20:35:26.173" v="1672" actId="14100"/>
          <ac:spMkLst>
            <pc:docMk/>
            <pc:sldMk cId="0" sldId="258"/>
            <ac:spMk id="65" creationId="{E6FA50B8-B520-4D94-932B-C52454BB4997}"/>
          </ac:spMkLst>
        </pc:spChg>
        <pc:spChg chg="add mod">
          <ac:chgData name="Hsu Hlaing Hnin" userId="5aad8f8e78eef6e5" providerId="LiveId" clId="{9758AD28-1A7F-443F-86E4-2AE420D11A3D}" dt="2026-08-31T20:35:31.226" v="1680" actId="20577"/>
          <ac:spMkLst>
            <pc:docMk/>
            <pc:sldMk cId="0" sldId="258"/>
            <ac:spMk id="66" creationId="{AE4DC6FB-4C86-4FF2-8337-BACF24BBD132}"/>
          </ac:spMkLst>
        </pc:spChg>
        <pc:spChg chg="add del mod">
          <ac:chgData name="Hsu Hlaing Hnin" userId="5aad8f8e78eef6e5" providerId="LiveId" clId="{9758AD28-1A7F-443F-86E4-2AE420D11A3D}" dt="2026-08-31T20:56:12.519" v="1928"/>
          <ac:spMkLst>
            <pc:docMk/>
            <pc:sldMk cId="0" sldId="258"/>
            <ac:spMk id="67" creationId="{5CD98606-02BB-419D-904C-418C326E8457}"/>
          </ac:spMkLst>
        </pc:spChg>
        <pc:grpChg chg="add del mod">
          <ac:chgData name="Hsu Hlaing Hnin" userId="5aad8f8e78eef6e5" providerId="LiveId" clId="{9758AD28-1A7F-443F-86E4-2AE420D11A3D}" dt="2026-08-31T20:15:44.062" v="1302" actId="478"/>
          <ac:grpSpMkLst>
            <pc:docMk/>
            <pc:sldMk cId="0" sldId="258"/>
            <ac:grpSpMk id="41" creationId="{77DBF659-D985-4476-B2BF-34D88508D7F2}"/>
          </ac:grpSpMkLst>
        </pc:grpChg>
        <pc:grpChg chg="add del mod">
          <ac:chgData name="Hsu Hlaing Hnin" userId="5aad8f8e78eef6e5" providerId="LiveId" clId="{9758AD28-1A7F-443F-86E4-2AE420D11A3D}" dt="2026-08-31T20:29:04.933" v="1596" actId="1035"/>
          <ac:grpSpMkLst>
            <pc:docMk/>
            <pc:sldMk cId="0" sldId="258"/>
            <ac:grpSpMk id="42" creationId="{D152B188-2210-4C6C-9192-8B5FD39D1BDE}"/>
          </ac:grpSpMkLst>
        </pc:grpChg>
        <pc:grpChg chg="mod">
          <ac:chgData name="Hsu Hlaing Hnin" userId="5aad8f8e78eef6e5" providerId="LiveId" clId="{9758AD28-1A7F-443F-86E4-2AE420D11A3D}" dt="2026-08-31T20:14:56.792" v="1211"/>
          <ac:grpSpMkLst>
            <pc:docMk/>
            <pc:sldMk cId="0" sldId="258"/>
            <ac:grpSpMk id="43" creationId="{4F6D578B-0038-4D54-A3B6-F96574DD1CBD}"/>
          </ac:grpSpMkLst>
        </pc:grpChg>
        <pc:grpChg chg="add mod">
          <ac:chgData name="Hsu Hlaing Hnin" userId="5aad8f8e78eef6e5" providerId="LiveId" clId="{9758AD28-1A7F-443F-86E4-2AE420D11A3D}" dt="2026-08-31T20:29:04.933" v="1596" actId="1035"/>
          <ac:grpSpMkLst>
            <pc:docMk/>
            <pc:sldMk cId="0" sldId="258"/>
            <ac:grpSpMk id="48" creationId="{044B388F-F7E0-4324-BA24-149E54C107B3}"/>
          </ac:grpSpMkLst>
        </pc:grpChg>
        <pc:grpChg chg="mod">
          <ac:chgData name="Hsu Hlaing Hnin" userId="5aad8f8e78eef6e5" providerId="LiveId" clId="{9758AD28-1A7F-443F-86E4-2AE420D11A3D}" dt="2026-08-31T20:16:00.817" v="1306"/>
          <ac:grpSpMkLst>
            <pc:docMk/>
            <pc:sldMk cId="0" sldId="258"/>
            <ac:grpSpMk id="49" creationId="{98A69125-3090-430F-9401-EBD62F7A044F}"/>
          </ac:grpSpMkLst>
        </pc:grpChg>
        <pc:grpChg chg="add mod">
          <ac:chgData name="Hsu Hlaing Hnin" userId="5aad8f8e78eef6e5" providerId="LiveId" clId="{9758AD28-1A7F-443F-86E4-2AE420D11A3D}" dt="2026-08-31T20:29:04.933" v="1596" actId="1035"/>
          <ac:grpSpMkLst>
            <pc:docMk/>
            <pc:sldMk cId="0" sldId="258"/>
            <ac:grpSpMk id="54" creationId="{643D0E8D-8D27-4AEA-8A01-F1D352422BE5}"/>
          </ac:grpSpMkLst>
        </pc:grpChg>
        <pc:grpChg chg="mod">
          <ac:chgData name="Hsu Hlaing Hnin" userId="5aad8f8e78eef6e5" providerId="LiveId" clId="{9758AD28-1A7F-443F-86E4-2AE420D11A3D}" dt="2026-08-31T20:18:14.029" v="1437"/>
          <ac:grpSpMkLst>
            <pc:docMk/>
            <pc:sldMk cId="0" sldId="258"/>
            <ac:grpSpMk id="55" creationId="{03794395-2B26-415F-A2CB-205B96C9092C}"/>
          </ac:grpSpMkLst>
        </pc:grpChg>
        <pc:picChg chg="del">
          <ac:chgData name="Hsu Hlaing Hnin" userId="5aad8f8e78eef6e5" providerId="LiveId" clId="{9758AD28-1A7F-443F-86E4-2AE420D11A3D}" dt="2026-08-31T19:48:14.164" v="528" actId="478"/>
          <ac:picMkLst>
            <pc:docMk/>
            <pc:sldMk cId="0" sldId="258"/>
            <ac:picMk id="6" creationId="{00000000-0000-0000-0000-000000000000}"/>
          </ac:picMkLst>
        </pc:picChg>
        <pc:picChg chg="del">
          <ac:chgData name="Hsu Hlaing Hnin" userId="5aad8f8e78eef6e5" providerId="LiveId" clId="{9758AD28-1A7F-443F-86E4-2AE420D11A3D}" dt="2026-08-31T19:48:12.663" v="527" actId="478"/>
          <ac:picMkLst>
            <pc:docMk/>
            <pc:sldMk cId="0" sldId="258"/>
            <ac:picMk id="10" creationId="{00000000-0000-0000-0000-000000000000}"/>
          </ac:picMkLst>
        </pc:picChg>
        <pc:picChg chg="add mod">
          <ac:chgData name="Hsu Hlaing Hnin" userId="5aad8f8e78eef6e5" providerId="LiveId" clId="{9758AD28-1A7F-443F-86E4-2AE420D11A3D}" dt="2026-08-31T20:09:55.935" v="1070"/>
          <ac:picMkLst>
            <pc:docMk/>
            <pc:sldMk cId="0" sldId="258"/>
            <ac:picMk id="25" creationId="{EA861644-E886-4EFF-B6F9-DC3D2EDE694F}"/>
          </ac:picMkLst>
        </pc:picChg>
        <pc:picChg chg="add mod modCrop">
          <ac:chgData name="Hsu Hlaing Hnin" userId="5aad8f8e78eef6e5" providerId="LiveId" clId="{9758AD28-1A7F-443F-86E4-2AE420D11A3D}" dt="2026-08-31T20:30:14.217" v="1610" actId="14100"/>
          <ac:picMkLst>
            <pc:docMk/>
            <pc:sldMk cId="0" sldId="258"/>
            <ac:picMk id="61" creationId="{C33A67CC-F960-49B4-9ACA-E91C2668CC81}"/>
          </ac:picMkLst>
        </pc:picChg>
        <pc:picChg chg="add mod modCrop">
          <ac:chgData name="Hsu Hlaing Hnin" userId="5aad8f8e78eef6e5" providerId="LiveId" clId="{9758AD28-1A7F-443F-86E4-2AE420D11A3D}" dt="2026-08-31T20:30:00.999" v="1607" actId="1076"/>
          <ac:picMkLst>
            <pc:docMk/>
            <pc:sldMk cId="0" sldId="258"/>
            <ac:picMk id="62" creationId="{3F280ED8-F24E-4596-BF7E-7E0980AEDA47}"/>
          </ac:picMkLst>
        </pc:picChg>
      </pc:sldChg>
      <pc:sldChg chg="modSp del mod ord">
        <pc:chgData name="Hsu Hlaing Hnin" userId="5aad8f8e78eef6e5" providerId="LiveId" clId="{9758AD28-1A7F-443F-86E4-2AE420D11A3D}" dt="2026-09-01T03:50:17.217" v="4011" actId="47"/>
        <pc:sldMkLst>
          <pc:docMk/>
          <pc:sldMk cId="0" sldId="259"/>
        </pc:sldMkLst>
        <pc:spChg chg="mod">
          <ac:chgData name="Hsu Hlaing Hnin" userId="5aad8f8e78eef6e5" providerId="LiveId" clId="{9758AD28-1A7F-443F-86E4-2AE420D11A3D}" dt="2026-08-31T21:41:39.951" v="2209" actId="108"/>
          <ac:spMkLst>
            <pc:docMk/>
            <pc:sldMk cId="0" sldId="259"/>
            <ac:spMk id="9" creationId="{00000000-0000-0000-0000-000000000000}"/>
          </ac:spMkLst>
        </pc:spChg>
        <pc:spChg chg="mod">
          <ac:chgData name="Hsu Hlaing Hnin" userId="5aad8f8e78eef6e5" providerId="LiveId" clId="{9758AD28-1A7F-443F-86E4-2AE420D11A3D}" dt="2026-08-31T21:41:44.241" v="2212" actId="108"/>
          <ac:spMkLst>
            <pc:docMk/>
            <pc:sldMk cId="0" sldId="259"/>
            <ac:spMk id="14" creationId="{00000000-0000-0000-0000-000000000000}"/>
          </ac:spMkLst>
        </pc:spChg>
      </pc:sldChg>
      <pc:sldChg chg="addSp delSp modSp del mod">
        <pc:chgData name="Hsu Hlaing Hnin" userId="5aad8f8e78eef6e5" providerId="LiveId" clId="{9758AD28-1A7F-443F-86E4-2AE420D11A3D}" dt="2026-09-01T03:50:18.008" v="4012" actId="47"/>
        <pc:sldMkLst>
          <pc:docMk/>
          <pc:sldMk cId="0" sldId="260"/>
        </pc:sldMkLst>
        <pc:spChg chg="mod">
          <ac:chgData name="Hsu Hlaing Hnin" userId="5aad8f8e78eef6e5" providerId="LiveId" clId="{9758AD28-1A7F-443F-86E4-2AE420D11A3D}" dt="2026-08-31T20:55:47.599" v="1922" actId="1076"/>
          <ac:spMkLst>
            <pc:docMk/>
            <pc:sldMk cId="0" sldId="260"/>
            <ac:spMk id="27" creationId="{00000000-0000-0000-0000-000000000000}"/>
          </ac:spMkLst>
        </pc:spChg>
        <pc:spChg chg="add del mod">
          <ac:chgData name="Hsu Hlaing Hnin" userId="5aad8f8e78eef6e5" providerId="LiveId" clId="{9758AD28-1A7F-443F-86E4-2AE420D11A3D}" dt="2026-08-31T20:55:55.395" v="1926"/>
          <ac:spMkLst>
            <pc:docMk/>
            <pc:sldMk cId="0" sldId="260"/>
            <ac:spMk id="35" creationId="{BB0E9163-E5A6-4096-8F02-5C144FBB4E99}"/>
          </ac:spMkLst>
        </pc:spChg>
      </pc:sldChg>
      <pc:sldChg chg="del ord">
        <pc:chgData name="Hsu Hlaing Hnin" userId="5aad8f8e78eef6e5" providerId="LiveId" clId="{9758AD28-1A7F-443F-86E4-2AE420D11A3D}" dt="2026-09-01T03:50:16.243" v="4010" actId="47"/>
        <pc:sldMkLst>
          <pc:docMk/>
          <pc:sldMk cId="0" sldId="261"/>
        </pc:sldMkLst>
      </pc:sldChg>
      <pc:sldChg chg="del">
        <pc:chgData name="Hsu Hlaing Hnin" userId="5aad8f8e78eef6e5" providerId="LiveId" clId="{9758AD28-1A7F-443F-86E4-2AE420D11A3D}" dt="2026-09-01T03:50:19.258" v="4013" actId="47"/>
        <pc:sldMkLst>
          <pc:docMk/>
          <pc:sldMk cId="0" sldId="262"/>
        </pc:sldMkLst>
      </pc:sldChg>
      <pc:sldChg chg="addSp delSp modSp del mod ord">
        <pc:chgData name="Hsu Hlaing Hnin" userId="5aad8f8e78eef6e5" providerId="LiveId" clId="{9758AD28-1A7F-443F-86E4-2AE420D11A3D}" dt="2026-09-01T03:50:13.880" v="4008" actId="47"/>
        <pc:sldMkLst>
          <pc:docMk/>
          <pc:sldMk cId="0" sldId="263"/>
        </pc:sldMkLst>
        <pc:spChg chg="mod">
          <ac:chgData name="Hsu Hlaing Hnin" userId="5aad8f8e78eef6e5" providerId="LiveId" clId="{9758AD28-1A7F-443F-86E4-2AE420D11A3D}" dt="2026-09-01T02:08:24.371" v="3031" actId="1076"/>
          <ac:spMkLst>
            <pc:docMk/>
            <pc:sldMk cId="0" sldId="263"/>
            <ac:spMk id="2" creationId="{00000000-0000-0000-0000-000000000000}"/>
          </ac:spMkLst>
        </pc:spChg>
        <pc:spChg chg="del">
          <ac:chgData name="Hsu Hlaing Hnin" userId="5aad8f8e78eef6e5" providerId="LiveId" clId="{9758AD28-1A7F-443F-86E4-2AE420D11A3D}" dt="2026-09-01T02:06:57.456" v="3021" actId="478"/>
          <ac:spMkLst>
            <pc:docMk/>
            <pc:sldMk cId="0" sldId="263"/>
            <ac:spMk id="3" creationId="{00000000-0000-0000-0000-000000000000}"/>
          </ac:spMkLst>
        </pc:spChg>
        <pc:spChg chg="add del">
          <ac:chgData name="Hsu Hlaing Hnin" userId="5aad8f8e78eef6e5" providerId="LiveId" clId="{9758AD28-1A7F-443F-86E4-2AE420D11A3D}" dt="2026-09-01T02:17:38.503" v="3095" actId="21"/>
          <ac:spMkLst>
            <pc:docMk/>
            <pc:sldMk cId="0" sldId="263"/>
            <ac:spMk id="5" creationId="{00000000-0000-0000-0000-000000000000}"/>
          </ac:spMkLst>
        </pc:spChg>
        <pc:spChg chg="add del">
          <ac:chgData name="Hsu Hlaing Hnin" userId="5aad8f8e78eef6e5" providerId="LiveId" clId="{9758AD28-1A7F-443F-86E4-2AE420D11A3D}" dt="2026-09-01T02:17:38.503" v="3095" actId="21"/>
          <ac:spMkLst>
            <pc:docMk/>
            <pc:sldMk cId="0" sldId="263"/>
            <ac:spMk id="6" creationId="{00000000-0000-0000-0000-000000000000}"/>
          </ac:spMkLst>
        </pc:spChg>
        <pc:spChg chg="add del mod">
          <ac:chgData name="Hsu Hlaing Hnin" userId="5aad8f8e78eef6e5" providerId="LiveId" clId="{9758AD28-1A7F-443F-86E4-2AE420D11A3D}" dt="2026-09-01T02:17:38.503" v="3095" actId="21"/>
          <ac:spMkLst>
            <pc:docMk/>
            <pc:sldMk cId="0" sldId="263"/>
            <ac:spMk id="7" creationId="{00000000-0000-0000-0000-000000000000}"/>
          </ac:spMkLst>
        </pc:spChg>
        <pc:spChg chg="del">
          <ac:chgData name="Hsu Hlaing Hnin" userId="5aad8f8e78eef6e5" providerId="LiveId" clId="{9758AD28-1A7F-443F-86E4-2AE420D11A3D}" dt="2026-09-01T02:10:48.982" v="3042" actId="21"/>
          <ac:spMkLst>
            <pc:docMk/>
            <pc:sldMk cId="0" sldId="263"/>
            <ac:spMk id="8" creationId="{00000000-0000-0000-0000-000000000000}"/>
          </ac:spMkLst>
        </pc:spChg>
        <pc:spChg chg="del">
          <ac:chgData name="Hsu Hlaing Hnin" userId="5aad8f8e78eef6e5" providerId="LiveId" clId="{9758AD28-1A7F-443F-86E4-2AE420D11A3D}" dt="2026-09-01T02:10:48.982" v="3042" actId="21"/>
          <ac:spMkLst>
            <pc:docMk/>
            <pc:sldMk cId="0" sldId="263"/>
            <ac:spMk id="9" creationId="{00000000-0000-0000-0000-000000000000}"/>
          </ac:spMkLst>
        </pc:spChg>
        <pc:spChg chg="del">
          <ac:chgData name="Hsu Hlaing Hnin" userId="5aad8f8e78eef6e5" providerId="LiveId" clId="{9758AD28-1A7F-443F-86E4-2AE420D11A3D}" dt="2026-09-01T02:10:48.982" v="3042" actId="21"/>
          <ac:spMkLst>
            <pc:docMk/>
            <pc:sldMk cId="0" sldId="263"/>
            <ac:spMk id="10" creationId="{00000000-0000-0000-0000-000000000000}"/>
          </ac:spMkLst>
        </pc:spChg>
        <pc:spChg chg="add del mod">
          <ac:chgData name="Hsu Hlaing Hnin" userId="5aad8f8e78eef6e5" providerId="LiveId" clId="{9758AD28-1A7F-443F-86E4-2AE420D11A3D}" dt="2026-09-01T02:17:38.503" v="3095" actId="21"/>
          <ac:spMkLst>
            <pc:docMk/>
            <pc:sldMk cId="0" sldId="263"/>
            <ac:spMk id="11" creationId="{00000000-0000-0000-0000-000000000000}"/>
          </ac:spMkLst>
        </pc:spChg>
        <pc:spChg chg="add del mod">
          <ac:chgData name="Hsu Hlaing Hnin" userId="5aad8f8e78eef6e5" providerId="LiveId" clId="{9758AD28-1A7F-443F-86E4-2AE420D11A3D}" dt="2026-09-01T02:17:38.503" v="3095" actId="21"/>
          <ac:spMkLst>
            <pc:docMk/>
            <pc:sldMk cId="0" sldId="263"/>
            <ac:spMk id="12" creationId="{00000000-0000-0000-0000-000000000000}"/>
          </ac:spMkLst>
        </pc:spChg>
        <pc:spChg chg="add del mod">
          <ac:chgData name="Hsu Hlaing Hnin" userId="5aad8f8e78eef6e5" providerId="LiveId" clId="{9758AD28-1A7F-443F-86E4-2AE420D11A3D}" dt="2026-09-01T02:17:38.503" v="3095" actId="21"/>
          <ac:spMkLst>
            <pc:docMk/>
            <pc:sldMk cId="0" sldId="263"/>
            <ac:spMk id="13" creationId="{00000000-0000-0000-0000-000000000000}"/>
          </ac:spMkLst>
        </pc:spChg>
        <pc:spChg chg="add del mod">
          <ac:chgData name="Hsu Hlaing Hnin" userId="5aad8f8e78eef6e5" providerId="LiveId" clId="{9758AD28-1A7F-443F-86E4-2AE420D11A3D}" dt="2026-09-01T02:17:38.503" v="3095" actId="21"/>
          <ac:spMkLst>
            <pc:docMk/>
            <pc:sldMk cId="0" sldId="263"/>
            <ac:spMk id="14" creationId="{00000000-0000-0000-0000-000000000000}"/>
          </ac:spMkLst>
        </pc:spChg>
        <pc:spChg chg="add del mod">
          <ac:chgData name="Hsu Hlaing Hnin" userId="5aad8f8e78eef6e5" providerId="LiveId" clId="{9758AD28-1A7F-443F-86E4-2AE420D11A3D}" dt="2026-09-01T02:17:38.503" v="3095" actId="21"/>
          <ac:spMkLst>
            <pc:docMk/>
            <pc:sldMk cId="0" sldId="263"/>
            <ac:spMk id="15" creationId="{00000000-0000-0000-0000-000000000000}"/>
          </ac:spMkLst>
        </pc:spChg>
        <pc:spChg chg="add del mod">
          <ac:chgData name="Hsu Hlaing Hnin" userId="5aad8f8e78eef6e5" providerId="LiveId" clId="{9758AD28-1A7F-443F-86E4-2AE420D11A3D}" dt="2026-09-01T02:17:38.503" v="3095" actId="21"/>
          <ac:spMkLst>
            <pc:docMk/>
            <pc:sldMk cId="0" sldId="263"/>
            <ac:spMk id="16" creationId="{00000000-0000-0000-0000-000000000000}"/>
          </ac:spMkLst>
        </pc:spChg>
        <pc:spChg chg="del">
          <ac:chgData name="Hsu Hlaing Hnin" userId="5aad8f8e78eef6e5" providerId="LiveId" clId="{9758AD28-1A7F-443F-86E4-2AE420D11A3D}" dt="2026-09-01T02:08:06.990" v="3028" actId="478"/>
          <ac:spMkLst>
            <pc:docMk/>
            <pc:sldMk cId="0" sldId="263"/>
            <ac:spMk id="18" creationId="{00000000-0000-0000-0000-000000000000}"/>
          </ac:spMkLst>
        </pc:spChg>
        <pc:spChg chg="del">
          <ac:chgData name="Hsu Hlaing Hnin" userId="5aad8f8e78eef6e5" providerId="LiveId" clId="{9758AD28-1A7F-443F-86E4-2AE420D11A3D}" dt="2026-09-01T02:08:15.219" v="3030" actId="478"/>
          <ac:spMkLst>
            <pc:docMk/>
            <pc:sldMk cId="0" sldId="263"/>
            <ac:spMk id="19" creationId="{00000000-0000-0000-0000-000000000000}"/>
          </ac:spMkLst>
        </pc:spChg>
        <pc:spChg chg="del">
          <ac:chgData name="Hsu Hlaing Hnin" userId="5aad8f8e78eef6e5" providerId="LiveId" clId="{9758AD28-1A7F-443F-86E4-2AE420D11A3D}" dt="2026-09-01T02:08:11.651" v="3029" actId="478"/>
          <ac:spMkLst>
            <pc:docMk/>
            <pc:sldMk cId="0" sldId="263"/>
            <ac:spMk id="20" creationId="{00000000-0000-0000-0000-000000000000}"/>
          </ac:spMkLst>
        </pc:spChg>
        <pc:spChg chg="add del mod">
          <ac:chgData name="Hsu Hlaing Hnin" userId="5aad8f8e78eef6e5" providerId="LiveId" clId="{9758AD28-1A7F-443F-86E4-2AE420D11A3D}" dt="2026-09-01T02:25:06.983" v="3191" actId="164"/>
          <ac:spMkLst>
            <pc:docMk/>
            <pc:sldMk cId="0" sldId="263"/>
            <ac:spMk id="21" creationId="{E375AFF7-FE95-470C-A3CF-09EBC9FEAE42}"/>
          </ac:spMkLst>
        </pc:spChg>
        <pc:spChg chg="add del mod">
          <ac:chgData name="Hsu Hlaing Hnin" userId="5aad8f8e78eef6e5" providerId="LiveId" clId="{9758AD28-1A7F-443F-86E4-2AE420D11A3D}" dt="2026-09-01T02:25:06.983" v="3191" actId="164"/>
          <ac:spMkLst>
            <pc:docMk/>
            <pc:sldMk cId="0" sldId="263"/>
            <ac:spMk id="22" creationId="{1F5DC1E2-5E6B-43AD-9C39-C793C6AFCFED}"/>
          </ac:spMkLst>
        </pc:spChg>
        <pc:spChg chg="add del mod">
          <ac:chgData name="Hsu Hlaing Hnin" userId="5aad8f8e78eef6e5" providerId="LiveId" clId="{9758AD28-1A7F-443F-86E4-2AE420D11A3D}" dt="2026-09-01T02:25:06.983" v="3191" actId="164"/>
          <ac:spMkLst>
            <pc:docMk/>
            <pc:sldMk cId="0" sldId="263"/>
            <ac:spMk id="23" creationId="{9C92148F-9053-4219-AC43-5EBF09A2CF8B}"/>
          </ac:spMkLst>
        </pc:spChg>
        <pc:spChg chg="add del mod">
          <ac:chgData name="Hsu Hlaing Hnin" userId="5aad8f8e78eef6e5" providerId="LiveId" clId="{9758AD28-1A7F-443F-86E4-2AE420D11A3D}" dt="2026-09-01T02:13:00.384" v="3057"/>
          <ac:spMkLst>
            <pc:docMk/>
            <pc:sldMk cId="0" sldId="263"/>
            <ac:spMk id="24" creationId="{7009CCAE-9C03-4C90-A9FB-8A1F218756DA}"/>
          </ac:spMkLst>
        </pc:spChg>
        <pc:spChg chg="add del mod">
          <ac:chgData name="Hsu Hlaing Hnin" userId="5aad8f8e78eef6e5" providerId="LiveId" clId="{9758AD28-1A7F-443F-86E4-2AE420D11A3D}" dt="2026-09-01T02:13:00.384" v="3057"/>
          <ac:spMkLst>
            <pc:docMk/>
            <pc:sldMk cId="0" sldId="263"/>
            <ac:spMk id="25" creationId="{D820BA34-9FF3-4D4C-B194-52F40D733AEB}"/>
          </ac:spMkLst>
        </pc:spChg>
        <pc:spChg chg="add del mod">
          <ac:chgData name="Hsu Hlaing Hnin" userId="5aad8f8e78eef6e5" providerId="LiveId" clId="{9758AD28-1A7F-443F-86E4-2AE420D11A3D}" dt="2026-09-01T02:13:00.384" v="3057"/>
          <ac:spMkLst>
            <pc:docMk/>
            <pc:sldMk cId="0" sldId="263"/>
            <ac:spMk id="26" creationId="{3B33A1AB-577A-47E1-A4A2-1B2F5AB81143}"/>
          </ac:spMkLst>
        </pc:spChg>
        <pc:grpChg chg="add del mod">
          <ac:chgData name="Hsu Hlaing Hnin" userId="5aad8f8e78eef6e5" providerId="LiveId" clId="{9758AD28-1A7F-443F-86E4-2AE420D11A3D}" dt="2026-09-01T02:25:08.464" v="3192" actId="21"/>
          <ac:grpSpMkLst>
            <pc:docMk/>
            <pc:sldMk cId="0" sldId="263"/>
            <ac:grpSpMk id="28" creationId="{E169D657-4306-4AB6-8B99-BED07A22D9E2}"/>
          </ac:grpSpMkLst>
        </pc:grpChg>
        <pc:graphicFrameChg chg="del">
          <ac:chgData name="Hsu Hlaing Hnin" userId="5aad8f8e78eef6e5" providerId="LiveId" clId="{9758AD28-1A7F-443F-86E4-2AE420D11A3D}" dt="2026-09-01T02:15:55.060" v="3087" actId="478"/>
          <ac:graphicFrameMkLst>
            <pc:docMk/>
            <pc:sldMk cId="0" sldId="263"/>
            <ac:graphicFrameMk id="17" creationId="{00000000-0000-0000-0000-000000000000}"/>
          </ac:graphicFrameMkLst>
        </pc:graphicFrameChg>
        <pc:picChg chg="add del mod">
          <ac:chgData name="Hsu Hlaing Hnin" userId="5aad8f8e78eef6e5" providerId="LiveId" clId="{9758AD28-1A7F-443F-86E4-2AE420D11A3D}" dt="2026-09-01T02:17:38.503" v="3095" actId="21"/>
          <ac:picMkLst>
            <pc:docMk/>
            <pc:sldMk cId="0" sldId="263"/>
            <ac:picMk id="27" creationId="{1D07F7E9-B947-4624-8A38-2B53F410CB1B}"/>
          </ac:picMkLst>
        </pc:picChg>
      </pc:sldChg>
      <pc:sldChg chg="del ord">
        <pc:chgData name="Hsu Hlaing Hnin" userId="5aad8f8e78eef6e5" providerId="LiveId" clId="{9758AD28-1A7F-443F-86E4-2AE420D11A3D}" dt="2026-09-01T03:50:14.714" v="4009" actId="47"/>
        <pc:sldMkLst>
          <pc:docMk/>
          <pc:sldMk cId="0" sldId="264"/>
        </pc:sldMkLst>
      </pc:sldChg>
      <pc:sldChg chg="delSp modSp del mod ord">
        <pc:chgData name="Hsu Hlaing Hnin" userId="5aad8f8e78eef6e5" providerId="LiveId" clId="{9758AD28-1A7F-443F-86E4-2AE420D11A3D}" dt="2026-09-01T03:50:12.993" v="4007" actId="47"/>
        <pc:sldMkLst>
          <pc:docMk/>
          <pc:sldMk cId="0" sldId="265"/>
        </pc:sldMkLst>
        <pc:spChg chg="del mod">
          <ac:chgData name="Hsu Hlaing Hnin" userId="5aad8f8e78eef6e5" providerId="LiveId" clId="{9758AD28-1A7F-443F-86E4-2AE420D11A3D}" dt="2026-09-01T03:21:57.491" v="3731" actId="478"/>
          <ac:spMkLst>
            <pc:docMk/>
            <pc:sldMk cId="0" sldId="265"/>
            <ac:spMk id="6" creationId="{00000000-0000-0000-0000-000000000000}"/>
          </ac:spMkLst>
        </pc:spChg>
      </pc:sldChg>
      <pc:sldChg chg="del">
        <pc:chgData name="Hsu Hlaing Hnin" userId="5aad8f8e78eef6e5" providerId="LiveId" clId="{9758AD28-1A7F-443F-86E4-2AE420D11A3D}" dt="2026-09-01T10:58:09.915" v="4251" actId="47"/>
        <pc:sldMkLst>
          <pc:docMk/>
          <pc:sldMk cId="0" sldId="266"/>
        </pc:sldMkLst>
      </pc:sldChg>
      <pc:sldChg chg="addSp delSp modSp add mod setBg">
        <pc:chgData name="Hsu Hlaing Hnin" userId="5aad8f8e78eef6e5" providerId="LiveId" clId="{9758AD28-1A7F-443F-86E4-2AE420D11A3D}" dt="2026-09-01T02:09:13.458" v="3037" actId="1076"/>
        <pc:sldMkLst>
          <pc:docMk/>
          <pc:sldMk cId="1970811251" sldId="267"/>
        </pc:sldMkLst>
        <pc:spChg chg="del">
          <ac:chgData name="Hsu Hlaing Hnin" userId="5aad8f8e78eef6e5" providerId="LiveId" clId="{9758AD28-1A7F-443F-86E4-2AE420D11A3D}" dt="2026-08-31T19:50:36.545" v="554" actId="478"/>
          <ac:spMkLst>
            <pc:docMk/>
            <pc:sldMk cId="1970811251" sldId="267"/>
            <ac:spMk id="7" creationId="{00000000-0000-0000-0000-000000000000}"/>
          </ac:spMkLst>
        </pc:spChg>
        <pc:spChg chg="del">
          <ac:chgData name="Hsu Hlaing Hnin" userId="5aad8f8e78eef6e5" providerId="LiveId" clId="{9758AD28-1A7F-443F-86E4-2AE420D11A3D}" dt="2026-08-31T19:50:39.088" v="555" actId="478"/>
          <ac:spMkLst>
            <pc:docMk/>
            <pc:sldMk cId="1970811251" sldId="267"/>
            <ac:spMk id="8" creationId="{00000000-0000-0000-0000-000000000000}"/>
          </ac:spMkLst>
        </pc:spChg>
        <pc:spChg chg="del">
          <ac:chgData name="Hsu Hlaing Hnin" userId="5aad8f8e78eef6e5" providerId="LiveId" clId="{9758AD28-1A7F-443F-86E4-2AE420D11A3D}" dt="2026-08-31T19:50:40.825" v="556" actId="478"/>
          <ac:spMkLst>
            <pc:docMk/>
            <pc:sldMk cId="1970811251" sldId="267"/>
            <ac:spMk id="9" creationId="{00000000-0000-0000-0000-000000000000}"/>
          </ac:spMkLst>
        </pc:spChg>
        <pc:spChg chg="del">
          <ac:chgData name="Hsu Hlaing Hnin" userId="5aad8f8e78eef6e5" providerId="LiveId" clId="{9758AD28-1A7F-443F-86E4-2AE420D11A3D}" dt="2026-08-31T19:51:04.024" v="560" actId="478"/>
          <ac:spMkLst>
            <pc:docMk/>
            <pc:sldMk cId="1970811251" sldId="267"/>
            <ac:spMk id="10" creationId="{00000000-0000-0000-0000-000000000000}"/>
          </ac:spMkLst>
        </pc:spChg>
        <pc:spChg chg="add mod">
          <ac:chgData name="Hsu Hlaing Hnin" userId="5aad8f8e78eef6e5" providerId="LiveId" clId="{9758AD28-1A7F-443F-86E4-2AE420D11A3D}" dt="2026-09-01T02:09:13.458" v="3037" actId="1076"/>
          <ac:spMkLst>
            <pc:docMk/>
            <pc:sldMk cId="1970811251" sldId="267"/>
            <ac:spMk id="11" creationId="{0CC774D4-80B1-476F-94D3-ECEF77B7B8B9}"/>
          </ac:spMkLst>
        </pc:spChg>
        <pc:spChg chg="mod">
          <ac:chgData name="Hsu Hlaing Hnin" userId="5aad8f8e78eef6e5" providerId="LiveId" clId="{9758AD28-1A7F-443F-86E4-2AE420D11A3D}" dt="2026-08-31T19:51:30.810" v="562"/>
          <ac:spMkLst>
            <pc:docMk/>
            <pc:sldMk cId="1970811251" sldId="267"/>
            <ac:spMk id="13" creationId="{2599B021-1813-4DEE-A6B1-632A6CD01E93}"/>
          </ac:spMkLst>
        </pc:spChg>
        <pc:spChg chg="mod">
          <ac:chgData name="Hsu Hlaing Hnin" userId="5aad8f8e78eef6e5" providerId="LiveId" clId="{9758AD28-1A7F-443F-86E4-2AE420D11A3D}" dt="2026-08-31T19:51:30.810" v="562"/>
          <ac:spMkLst>
            <pc:docMk/>
            <pc:sldMk cId="1970811251" sldId="267"/>
            <ac:spMk id="15" creationId="{074C1BFD-628A-42E5-9CC5-CEEA943DB078}"/>
          </ac:spMkLst>
        </pc:spChg>
        <pc:spChg chg="mod">
          <ac:chgData name="Hsu Hlaing Hnin" userId="5aad8f8e78eef6e5" providerId="LiveId" clId="{9758AD28-1A7F-443F-86E4-2AE420D11A3D}" dt="2026-08-31T19:51:30.810" v="562"/>
          <ac:spMkLst>
            <pc:docMk/>
            <pc:sldMk cId="1970811251" sldId="267"/>
            <ac:spMk id="16" creationId="{628AFFC4-DF42-4F8A-8F51-5E4538A2D9F5}"/>
          </ac:spMkLst>
        </pc:spChg>
        <pc:spChg chg="add del mod">
          <ac:chgData name="Hsu Hlaing Hnin" userId="5aad8f8e78eef6e5" providerId="LiveId" clId="{9758AD28-1A7F-443F-86E4-2AE420D11A3D}" dt="2026-08-31T19:54:12.132" v="591"/>
          <ac:spMkLst>
            <pc:docMk/>
            <pc:sldMk cId="1970811251" sldId="267"/>
            <ac:spMk id="22" creationId="{1B6DC353-AA0A-48AF-9448-00DC4F9CB86D}"/>
          </ac:spMkLst>
        </pc:spChg>
        <pc:spChg chg="add del mod">
          <ac:chgData name="Hsu Hlaing Hnin" userId="5aad8f8e78eef6e5" providerId="LiveId" clId="{9758AD28-1A7F-443F-86E4-2AE420D11A3D}" dt="2026-08-31T19:54:12.132" v="591"/>
          <ac:spMkLst>
            <pc:docMk/>
            <pc:sldMk cId="1970811251" sldId="267"/>
            <ac:spMk id="23" creationId="{158E97FB-D59B-4F65-BCE8-D2287C825392}"/>
          </ac:spMkLst>
        </pc:spChg>
        <pc:spChg chg="add del mod">
          <ac:chgData name="Hsu Hlaing Hnin" userId="5aad8f8e78eef6e5" providerId="LiveId" clId="{9758AD28-1A7F-443F-86E4-2AE420D11A3D}" dt="2026-08-31T19:54:12.132" v="591"/>
          <ac:spMkLst>
            <pc:docMk/>
            <pc:sldMk cId="1970811251" sldId="267"/>
            <ac:spMk id="24" creationId="{DA5D6B08-6441-4D40-8A33-1A9143816A40}"/>
          </ac:spMkLst>
        </pc:spChg>
        <pc:spChg chg="add mod">
          <ac:chgData name="Hsu Hlaing Hnin" userId="5aad8f8e78eef6e5" providerId="LiveId" clId="{9758AD28-1A7F-443F-86E4-2AE420D11A3D}" dt="2026-08-31T19:54:58.327" v="652" actId="1038"/>
          <ac:spMkLst>
            <pc:docMk/>
            <pc:sldMk cId="1970811251" sldId="267"/>
            <ac:spMk id="25" creationId="{F504446F-B16B-46C4-BB4C-5B819E3C754D}"/>
          </ac:spMkLst>
        </pc:spChg>
        <pc:spChg chg="add mod">
          <ac:chgData name="Hsu Hlaing Hnin" userId="5aad8f8e78eef6e5" providerId="LiveId" clId="{9758AD28-1A7F-443F-86E4-2AE420D11A3D}" dt="2026-08-31T19:54:58.327" v="652" actId="1038"/>
          <ac:spMkLst>
            <pc:docMk/>
            <pc:sldMk cId="1970811251" sldId="267"/>
            <ac:spMk id="26" creationId="{B9A4088C-6C88-4500-BCFD-D9C764598760}"/>
          </ac:spMkLst>
        </pc:spChg>
        <pc:spChg chg="add mod">
          <ac:chgData name="Hsu Hlaing Hnin" userId="5aad8f8e78eef6e5" providerId="LiveId" clId="{9758AD28-1A7F-443F-86E4-2AE420D11A3D}" dt="2026-08-31T19:54:58.327" v="652" actId="1038"/>
          <ac:spMkLst>
            <pc:docMk/>
            <pc:sldMk cId="1970811251" sldId="267"/>
            <ac:spMk id="27" creationId="{FC9FABCE-0868-4323-B0FF-4709D845C1B6}"/>
          </ac:spMkLst>
        </pc:spChg>
        <pc:spChg chg="mod">
          <ac:chgData name="Hsu Hlaing Hnin" userId="5aad8f8e78eef6e5" providerId="LiveId" clId="{9758AD28-1A7F-443F-86E4-2AE420D11A3D}" dt="2026-08-31T19:54:29.091" v="592"/>
          <ac:spMkLst>
            <pc:docMk/>
            <pc:sldMk cId="1970811251" sldId="267"/>
            <ac:spMk id="29" creationId="{3FDE17BB-D5BF-4C4F-90A4-0E6DE297DD88}"/>
          </ac:spMkLst>
        </pc:spChg>
        <pc:spChg chg="mod">
          <ac:chgData name="Hsu Hlaing Hnin" userId="5aad8f8e78eef6e5" providerId="LiveId" clId="{9758AD28-1A7F-443F-86E4-2AE420D11A3D}" dt="2026-08-31T19:54:29.091" v="592"/>
          <ac:spMkLst>
            <pc:docMk/>
            <pc:sldMk cId="1970811251" sldId="267"/>
            <ac:spMk id="30" creationId="{4AE4952F-49A8-4FA9-B34F-E6E46F86F429}"/>
          </ac:spMkLst>
        </pc:spChg>
        <pc:spChg chg="add mod">
          <ac:chgData name="Hsu Hlaing Hnin" userId="5aad8f8e78eef6e5" providerId="LiveId" clId="{9758AD28-1A7F-443F-86E4-2AE420D11A3D}" dt="2026-08-31T19:56:34.920" v="754" actId="164"/>
          <ac:spMkLst>
            <pc:docMk/>
            <pc:sldMk cId="1970811251" sldId="267"/>
            <ac:spMk id="31" creationId="{B26A20F4-F588-4166-A62B-26E2CB8F780C}"/>
          </ac:spMkLst>
        </pc:spChg>
        <pc:spChg chg="add mod">
          <ac:chgData name="Hsu Hlaing Hnin" userId="5aad8f8e78eef6e5" providerId="LiveId" clId="{9758AD28-1A7F-443F-86E4-2AE420D11A3D}" dt="2026-08-31T19:54:58.327" v="652" actId="1038"/>
          <ac:spMkLst>
            <pc:docMk/>
            <pc:sldMk cId="1970811251" sldId="267"/>
            <ac:spMk id="32" creationId="{2EF45051-3DBF-422D-BD77-F30F8AF1B356}"/>
          </ac:spMkLst>
        </pc:spChg>
        <pc:spChg chg="add mod">
          <ac:chgData name="Hsu Hlaing Hnin" userId="5aad8f8e78eef6e5" providerId="LiveId" clId="{9758AD28-1A7F-443F-86E4-2AE420D11A3D}" dt="2026-08-31T19:56:34.920" v="754" actId="164"/>
          <ac:spMkLst>
            <pc:docMk/>
            <pc:sldMk cId="1970811251" sldId="267"/>
            <ac:spMk id="33" creationId="{F85F23C3-B6E5-4A80-8B37-F02382D99FF2}"/>
          </ac:spMkLst>
        </pc:spChg>
        <pc:spChg chg="mod">
          <ac:chgData name="Hsu Hlaing Hnin" userId="5aad8f8e78eef6e5" providerId="LiveId" clId="{9758AD28-1A7F-443F-86E4-2AE420D11A3D}" dt="2026-08-31T19:58:13.407" v="781" actId="20577"/>
          <ac:spMkLst>
            <pc:docMk/>
            <pc:sldMk cId="1970811251" sldId="267"/>
            <ac:spMk id="36" creationId="{EE6979F8-D03D-460F-B615-2C94767BC605}"/>
          </ac:spMkLst>
        </pc:spChg>
        <pc:spChg chg="mod">
          <ac:chgData name="Hsu Hlaing Hnin" userId="5aad8f8e78eef6e5" providerId="LiveId" clId="{9758AD28-1A7F-443F-86E4-2AE420D11A3D}" dt="2026-08-31T20:02:45.756" v="838" actId="20577"/>
          <ac:spMkLst>
            <pc:docMk/>
            <pc:sldMk cId="1970811251" sldId="267"/>
            <ac:spMk id="37" creationId="{F83A8966-A91F-42FE-BB6B-09A45F22A0DB}"/>
          </ac:spMkLst>
        </pc:spChg>
        <pc:spChg chg="mod">
          <ac:chgData name="Hsu Hlaing Hnin" userId="5aad8f8e78eef6e5" providerId="LiveId" clId="{9758AD28-1A7F-443F-86E4-2AE420D11A3D}" dt="2026-08-31T19:56:36.849" v="755"/>
          <ac:spMkLst>
            <pc:docMk/>
            <pc:sldMk cId="1970811251" sldId="267"/>
            <ac:spMk id="38" creationId="{5498F3E9-0230-4B40-9492-DC06919A934B}"/>
          </ac:spMkLst>
        </pc:spChg>
        <pc:spChg chg="mod">
          <ac:chgData name="Hsu Hlaing Hnin" userId="5aad8f8e78eef6e5" providerId="LiveId" clId="{9758AD28-1A7F-443F-86E4-2AE420D11A3D}" dt="2026-08-31T20:03:08.571" v="842" actId="20577"/>
          <ac:spMkLst>
            <pc:docMk/>
            <pc:sldMk cId="1970811251" sldId="267"/>
            <ac:spMk id="39" creationId="{D03C4972-3F7D-4954-ACB9-ED42CC06E7B1}"/>
          </ac:spMkLst>
        </pc:spChg>
        <pc:spChg chg="mod">
          <ac:chgData name="Hsu Hlaing Hnin" userId="5aad8f8e78eef6e5" providerId="LiveId" clId="{9758AD28-1A7F-443F-86E4-2AE420D11A3D}" dt="2026-08-31T20:03:39.349" v="846" actId="108"/>
          <ac:spMkLst>
            <pc:docMk/>
            <pc:sldMk cId="1970811251" sldId="267"/>
            <ac:spMk id="42" creationId="{966E24FA-B834-4431-AF13-4900B758093C}"/>
          </ac:spMkLst>
        </pc:spChg>
        <pc:spChg chg="mod">
          <ac:chgData name="Hsu Hlaing Hnin" userId="5aad8f8e78eef6e5" providerId="LiveId" clId="{9758AD28-1A7F-443F-86E4-2AE420D11A3D}" dt="2026-08-31T20:05:00.523" v="996" actId="20577"/>
          <ac:spMkLst>
            <pc:docMk/>
            <pc:sldMk cId="1970811251" sldId="267"/>
            <ac:spMk id="43" creationId="{1E506ABE-4449-4FBC-8CB5-D2D92BAFDB28}"/>
          </ac:spMkLst>
        </pc:spChg>
        <pc:spChg chg="mod">
          <ac:chgData name="Hsu Hlaing Hnin" userId="5aad8f8e78eef6e5" providerId="LiveId" clId="{9758AD28-1A7F-443F-86E4-2AE420D11A3D}" dt="2026-08-31T20:02:53.015" v="839"/>
          <ac:spMkLst>
            <pc:docMk/>
            <pc:sldMk cId="1970811251" sldId="267"/>
            <ac:spMk id="44" creationId="{B449AD2D-7724-4955-AEB3-7F39C3649FE9}"/>
          </ac:spMkLst>
        </pc:spChg>
        <pc:spChg chg="mod">
          <ac:chgData name="Hsu Hlaing Hnin" userId="5aad8f8e78eef6e5" providerId="LiveId" clId="{9758AD28-1A7F-443F-86E4-2AE420D11A3D}" dt="2026-08-31T20:03:11.320" v="844" actId="20577"/>
          <ac:spMkLst>
            <pc:docMk/>
            <pc:sldMk cId="1970811251" sldId="267"/>
            <ac:spMk id="45" creationId="{B11E219A-A4E6-4043-A589-6F6F9CF77339}"/>
          </ac:spMkLst>
        </pc:spChg>
        <pc:grpChg chg="add mod">
          <ac:chgData name="Hsu Hlaing Hnin" userId="5aad8f8e78eef6e5" providerId="LiveId" clId="{9758AD28-1A7F-443F-86E4-2AE420D11A3D}" dt="2026-08-31T19:56:34.920" v="754" actId="164"/>
          <ac:grpSpMkLst>
            <pc:docMk/>
            <pc:sldMk cId="1970811251" sldId="267"/>
            <ac:grpSpMk id="2" creationId="{2F12BDB8-DB32-458A-8DE9-1F8E018CF5B7}"/>
          </ac:grpSpMkLst>
        </pc:grpChg>
        <pc:grpChg chg="add mod">
          <ac:chgData name="Hsu Hlaing Hnin" userId="5aad8f8e78eef6e5" providerId="LiveId" clId="{9758AD28-1A7F-443F-86E4-2AE420D11A3D}" dt="2026-08-31T19:51:46.917" v="564" actId="1076"/>
          <ac:grpSpMkLst>
            <pc:docMk/>
            <pc:sldMk cId="1970811251" sldId="267"/>
            <ac:grpSpMk id="12" creationId="{CE0B7D9D-90CC-487B-94B1-D0D4C12690C5}"/>
          </ac:grpSpMkLst>
        </pc:grpChg>
        <pc:grpChg chg="mod">
          <ac:chgData name="Hsu Hlaing Hnin" userId="5aad8f8e78eef6e5" providerId="LiveId" clId="{9758AD28-1A7F-443F-86E4-2AE420D11A3D}" dt="2026-08-31T19:51:30.810" v="562"/>
          <ac:grpSpMkLst>
            <pc:docMk/>
            <pc:sldMk cId="1970811251" sldId="267"/>
            <ac:grpSpMk id="17" creationId="{9687B172-148E-4DE5-B4F4-BEE220591572}"/>
          </ac:grpSpMkLst>
        </pc:grpChg>
        <pc:grpChg chg="add mod">
          <ac:chgData name="Hsu Hlaing Hnin" userId="5aad8f8e78eef6e5" providerId="LiveId" clId="{9758AD28-1A7F-443F-86E4-2AE420D11A3D}" dt="2026-08-31T19:56:34.920" v="754" actId="164"/>
          <ac:grpSpMkLst>
            <pc:docMk/>
            <pc:sldMk cId="1970811251" sldId="267"/>
            <ac:grpSpMk id="28" creationId="{60DF69DF-C30C-4CB5-B566-23320430161F}"/>
          </ac:grpSpMkLst>
        </pc:grpChg>
        <pc:grpChg chg="add mod">
          <ac:chgData name="Hsu Hlaing Hnin" userId="5aad8f8e78eef6e5" providerId="LiveId" clId="{9758AD28-1A7F-443F-86E4-2AE420D11A3D}" dt="2026-08-31T19:56:58.250" v="757" actId="1076"/>
          <ac:grpSpMkLst>
            <pc:docMk/>
            <pc:sldMk cId="1970811251" sldId="267"/>
            <ac:grpSpMk id="34" creationId="{F50EC763-C4ED-4A01-9E21-3E59D7CE9632}"/>
          </ac:grpSpMkLst>
        </pc:grpChg>
        <pc:grpChg chg="mod">
          <ac:chgData name="Hsu Hlaing Hnin" userId="5aad8f8e78eef6e5" providerId="LiveId" clId="{9758AD28-1A7F-443F-86E4-2AE420D11A3D}" dt="2026-08-31T19:56:36.849" v="755"/>
          <ac:grpSpMkLst>
            <pc:docMk/>
            <pc:sldMk cId="1970811251" sldId="267"/>
            <ac:grpSpMk id="35" creationId="{42E06EEF-407C-4400-8877-752C076CDC6B}"/>
          </ac:grpSpMkLst>
        </pc:grpChg>
        <pc:grpChg chg="add mod">
          <ac:chgData name="Hsu Hlaing Hnin" userId="5aad8f8e78eef6e5" providerId="LiveId" clId="{9758AD28-1A7F-443F-86E4-2AE420D11A3D}" dt="2026-08-31T20:03:05.600" v="840" actId="1076"/>
          <ac:grpSpMkLst>
            <pc:docMk/>
            <pc:sldMk cId="1970811251" sldId="267"/>
            <ac:grpSpMk id="40" creationId="{6AEC5D5A-CA3E-4846-9112-03A0E07417B2}"/>
          </ac:grpSpMkLst>
        </pc:grpChg>
        <pc:grpChg chg="mod">
          <ac:chgData name="Hsu Hlaing Hnin" userId="5aad8f8e78eef6e5" providerId="LiveId" clId="{9758AD28-1A7F-443F-86E4-2AE420D11A3D}" dt="2026-08-31T20:02:53.015" v="839"/>
          <ac:grpSpMkLst>
            <pc:docMk/>
            <pc:sldMk cId="1970811251" sldId="267"/>
            <ac:grpSpMk id="41" creationId="{0A0EDF50-FBDB-4D04-B7B7-8B958500BB41}"/>
          </ac:grpSpMkLst>
        </pc:grpChg>
        <pc:picChg chg="mod">
          <ac:chgData name="Hsu Hlaing Hnin" userId="5aad8f8e78eef6e5" providerId="LiveId" clId="{9758AD28-1A7F-443F-86E4-2AE420D11A3D}" dt="2026-08-31T19:51:30.810" v="562"/>
          <ac:picMkLst>
            <pc:docMk/>
            <pc:sldMk cId="1970811251" sldId="267"/>
            <ac:picMk id="14" creationId="{5E57D36D-2B85-4D07-8D96-2A4A3CA84601}"/>
          </ac:picMkLst>
        </pc:picChg>
        <pc:picChg chg="mod">
          <ac:chgData name="Hsu Hlaing Hnin" userId="5aad8f8e78eef6e5" providerId="LiveId" clId="{9758AD28-1A7F-443F-86E4-2AE420D11A3D}" dt="2026-08-31T19:51:30.810" v="562"/>
          <ac:picMkLst>
            <pc:docMk/>
            <pc:sldMk cId="1970811251" sldId="267"/>
            <ac:picMk id="18" creationId="{38A58F42-D55F-429E-AF83-F86C53BCED5D}"/>
          </ac:picMkLst>
        </pc:picChg>
        <pc:picChg chg="mod">
          <ac:chgData name="Hsu Hlaing Hnin" userId="5aad8f8e78eef6e5" providerId="LiveId" clId="{9758AD28-1A7F-443F-86E4-2AE420D11A3D}" dt="2026-08-31T19:51:30.810" v="562"/>
          <ac:picMkLst>
            <pc:docMk/>
            <pc:sldMk cId="1970811251" sldId="267"/>
            <ac:picMk id="19" creationId="{28CBC3ED-E907-4610-B3AC-ED1A9529A619}"/>
          </ac:picMkLst>
        </pc:picChg>
        <pc:picChg chg="mod">
          <ac:chgData name="Hsu Hlaing Hnin" userId="5aad8f8e78eef6e5" providerId="LiveId" clId="{9758AD28-1A7F-443F-86E4-2AE420D11A3D}" dt="2026-08-31T19:51:30.810" v="562"/>
          <ac:picMkLst>
            <pc:docMk/>
            <pc:sldMk cId="1970811251" sldId="267"/>
            <ac:picMk id="20" creationId="{C153D611-928B-46CF-86A8-144884912990}"/>
          </ac:picMkLst>
        </pc:picChg>
        <pc:picChg chg="mod">
          <ac:chgData name="Hsu Hlaing Hnin" userId="5aad8f8e78eef6e5" providerId="LiveId" clId="{9758AD28-1A7F-443F-86E4-2AE420D11A3D}" dt="2026-08-31T19:51:30.810" v="562"/>
          <ac:picMkLst>
            <pc:docMk/>
            <pc:sldMk cId="1970811251" sldId="267"/>
            <ac:picMk id="21" creationId="{985662E8-BA04-4082-91D0-90AC67A53B63}"/>
          </ac:picMkLst>
        </pc:picChg>
      </pc:sldChg>
      <pc:sldChg chg="addSp delSp modSp add mod setBg">
        <pc:chgData name="Hsu Hlaing Hnin" userId="5aad8f8e78eef6e5" providerId="LiveId" clId="{9758AD28-1A7F-443F-86E4-2AE420D11A3D}" dt="2026-09-01T20:26:26.433" v="4499" actId="1076"/>
        <pc:sldMkLst>
          <pc:docMk/>
          <pc:sldMk cId="2875150042" sldId="268"/>
        </pc:sldMkLst>
        <pc:spChg chg="mod">
          <ac:chgData name="Hsu Hlaing Hnin" userId="5aad8f8e78eef6e5" providerId="LiveId" clId="{9758AD28-1A7F-443F-86E4-2AE420D11A3D}" dt="2026-09-01T02:08:55.365" v="3035" actId="1076"/>
          <ac:spMkLst>
            <pc:docMk/>
            <pc:sldMk cId="2875150042" sldId="268"/>
            <ac:spMk id="2" creationId="{00000000-0000-0000-0000-000000000000}"/>
          </ac:spMkLst>
        </pc:spChg>
        <pc:spChg chg="add del mod">
          <ac:chgData name="Hsu Hlaing Hnin" userId="5aad8f8e78eef6e5" providerId="LiveId" clId="{9758AD28-1A7F-443F-86E4-2AE420D11A3D}" dt="2026-08-31T21:22:37.495" v="1945" actId="478"/>
          <ac:spMkLst>
            <pc:docMk/>
            <pc:sldMk cId="2875150042" sldId="268"/>
            <ac:spMk id="19" creationId="{704C1969-8BC1-4FC9-89A7-E97F7DE5D676}"/>
          </ac:spMkLst>
        </pc:spChg>
        <pc:spChg chg="add mod">
          <ac:chgData name="Hsu Hlaing Hnin" userId="5aad8f8e78eef6e5" providerId="LiveId" clId="{9758AD28-1A7F-443F-86E4-2AE420D11A3D}" dt="2026-08-31T21:29:40.714" v="2032" actId="1076"/>
          <ac:spMkLst>
            <pc:docMk/>
            <pc:sldMk cId="2875150042" sldId="268"/>
            <ac:spMk id="21" creationId="{0DB61827-A195-4DBC-B99F-605C6BA917DB}"/>
          </ac:spMkLst>
        </pc:spChg>
        <pc:spChg chg="add mod">
          <ac:chgData name="Hsu Hlaing Hnin" userId="5aad8f8e78eef6e5" providerId="LiveId" clId="{9758AD28-1A7F-443F-86E4-2AE420D11A3D}" dt="2026-08-31T21:28:38.024" v="2026" actId="164"/>
          <ac:spMkLst>
            <pc:docMk/>
            <pc:sldMk cId="2875150042" sldId="268"/>
            <ac:spMk id="22" creationId="{AB22B125-5D70-42A6-A875-D53B36C70F25}"/>
          </ac:spMkLst>
        </pc:spChg>
        <pc:spChg chg="add del mod">
          <ac:chgData name="Hsu Hlaing Hnin" userId="5aad8f8e78eef6e5" providerId="LiveId" clId="{9758AD28-1A7F-443F-86E4-2AE420D11A3D}" dt="2026-08-31T20:38:07.394" v="1821" actId="478"/>
          <ac:spMkLst>
            <pc:docMk/>
            <pc:sldMk cId="2875150042" sldId="268"/>
            <ac:spMk id="23" creationId="{BC882F79-B928-4BBA-80F9-1E974E0BC43C}"/>
          </ac:spMkLst>
        </pc:spChg>
        <pc:spChg chg="add mod">
          <ac:chgData name="Hsu Hlaing Hnin" userId="5aad8f8e78eef6e5" providerId="LiveId" clId="{9758AD28-1A7F-443F-86E4-2AE420D11A3D}" dt="2026-08-31T21:28:38.024" v="2026" actId="164"/>
          <ac:spMkLst>
            <pc:docMk/>
            <pc:sldMk cId="2875150042" sldId="268"/>
            <ac:spMk id="24" creationId="{23A21806-B130-4C40-85A7-7E26130A30E8}"/>
          </ac:spMkLst>
        </pc:spChg>
        <pc:spChg chg="del">
          <ac:chgData name="Hsu Hlaing Hnin" userId="5aad8f8e78eef6e5" providerId="LiveId" clId="{9758AD28-1A7F-443F-86E4-2AE420D11A3D}" dt="2026-08-31T20:37:09.591" v="1720" actId="478"/>
          <ac:spMkLst>
            <pc:docMk/>
            <pc:sldMk cId="2875150042" sldId="268"/>
            <ac:spMk id="26" creationId="{BE62DD28-DDCE-4943-ABBF-D9A930E8007C}"/>
          </ac:spMkLst>
        </pc:spChg>
        <pc:spChg chg="del">
          <ac:chgData name="Hsu Hlaing Hnin" userId="5aad8f8e78eef6e5" providerId="LiveId" clId="{9758AD28-1A7F-443F-86E4-2AE420D11A3D}" dt="2026-08-31T20:37:09.591" v="1720" actId="478"/>
          <ac:spMkLst>
            <pc:docMk/>
            <pc:sldMk cId="2875150042" sldId="268"/>
            <ac:spMk id="27" creationId="{86DB2240-7014-4240-AEA2-002E15F8776A}"/>
          </ac:spMkLst>
        </pc:spChg>
        <pc:spChg chg="del">
          <ac:chgData name="Hsu Hlaing Hnin" userId="5aad8f8e78eef6e5" providerId="LiveId" clId="{9758AD28-1A7F-443F-86E4-2AE420D11A3D}" dt="2026-08-31T20:37:09.591" v="1720" actId="478"/>
          <ac:spMkLst>
            <pc:docMk/>
            <pc:sldMk cId="2875150042" sldId="268"/>
            <ac:spMk id="28" creationId="{7D37344B-F762-4BCC-9DAF-AF3DCE79BA1B}"/>
          </ac:spMkLst>
        </pc:spChg>
        <pc:spChg chg="del">
          <ac:chgData name="Hsu Hlaing Hnin" userId="5aad8f8e78eef6e5" providerId="LiveId" clId="{9758AD28-1A7F-443F-86E4-2AE420D11A3D}" dt="2026-08-31T20:37:09.591" v="1720" actId="478"/>
          <ac:spMkLst>
            <pc:docMk/>
            <pc:sldMk cId="2875150042" sldId="268"/>
            <ac:spMk id="29" creationId="{0213881C-8FA8-43AD-9423-4F71E3D6D9A5}"/>
          </ac:spMkLst>
        </pc:spChg>
        <pc:spChg chg="del">
          <ac:chgData name="Hsu Hlaing Hnin" userId="5aad8f8e78eef6e5" providerId="LiveId" clId="{9758AD28-1A7F-443F-86E4-2AE420D11A3D}" dt="2026-08-31T20:37:09.591" v="1720" actId="478"/>
          <ac:spMkLst>
            <pc:docMk/>
            <pc:sldMk cId="2875150042" sldId="268"/>
            <ac:spMk id="30" creationId="{5397FC1C-FE78-435A-88C1-E148EF677C23}"/>
          </ac:spMkLst>
        </pc:spChg>
        <pc:spChg chg="del">
          <ac:chgData name="Hsu Hlaing Hnin" userId="5aad8f8e78eef6e5" providerId="LiveId" clId="{9758AD28-1A7F-443F-86E4-2AE420D11A3D}" dt="2026-08-31T20:37:09.591" v="1720" actId="478"/>
          <ac:spMkLst>
            <pc:docMk/>
            <pc:sldMk cId="2875150042" sldId="268"/>
            <ac:spMk id="31" creationId="{58F46682-D328-4D5C-922C-58EBAFE9D083}"/>
          </ac:spMkLst>
        </pc:spChg>
        <pc:spChg chg="del">
          <ac:chgData name="Hsu Hlaing Hnin" userId="5aad8f8e78eef6e5" providerId="LiveId" clId="{9758AD28-1A7F-443F-86E4-2AE420D11A3D}" dt="2026-08-31T20:37:09.591" v="1720" actId="478"/>
          <ac:spMkLst>
            <pc:docMk/>
            <pc:sldMk cId="2875150042" sldId="268"/>
            <ac:spMk id="32" creationId="{79BCE4DB-E694-46A2-9A22-15AF28236915}"/>
          </ac:spMkLst>
        </pc:spChg>
        <pc:spChg chg="del">
          <ac:chgData name="Hsu Hlaing Hnin" userId="5aad8f8e78eef6e5" providerId="LiveId" clId="{9758AD28-1A7F-443F-86E4-2AE420D11A3D}" dt="2026-08-31T20:37:09.591" v="1720" actId="478"/>
          <ac:spMkLst>
            <pc:docMk/>
            <pc:sldMk cId="2875150042" sldId="268"/>
            <ac:spMk id="33" creationId="{130D6A48-130F-4746-829C-10F028F13154}"/>
          </ac:spMkLst>
        </pc:spChg>
        <pc:spChg chg="del">
          <ac:chgData name="Hsu Hlaing Hnin" userId="5aad8f8e78eef6e5" providerId="LiveId" clId="{9758AD28-1A7F-443F-86E4-2AE420D11A3D}" dt="2026-08-31T20:37:09.591" v="1720" actId="478"/>
          <ac:spMkLst>
            <pc:docMk/>
            <pc:sldMk cId="2875150042" sldId="268"/>
            <ac:spMk id="34" creationId="{329026F3-4EB6-4148-AD63-3FC0683CBBB3}"/>
          </ac:spMkLst>
        </pc:spChg>
        <pc:spChg chg="del">
          <ac:chgData name="Hsu Hlaing Hnin" userId="5aad8f8e78eef6e5" providerId="LiveId" clId="{9758AD28-1A7F-443F-86E4-2AE420D11A3D}" dt="2026-08-31T20:37:09.591" v="1720" actId="478"/>
          <ac:spMkLst>
            <pc:docMk/>
            <pc:sldMk cId="2875150042" sldId="268"/>
            <ac:spMk id="35" creationId="{0E6C3D94-5AD3-4ED5-B1C5-BAA87A039543}"/>
          </ac:spMkLst>
        </pc:spChg>
        <pc:spChg chg="del">
          <ac:chgData name="Hsu Hlaing Hnin" userId="5aad8f8e78eef6e5" providerId="LiveId" clId="{9758AD28-1A7F-443F-86E4-2AE420D11A3D}" dt="2026-08-31T20:37:09.591" v="1720" actId="478"/>
          <ac:spMkLst>
            <pc:docMk/>
            <pc:sldMk cId="2875150042" sldId="268"/>
            <ac:spMk id="36" creationId="{28324922-18DB-448E-9F92-29D86FC55F87}"/>
          </ac:spMkLst>
        </pc:spChg>
        <pc:spChg chg="del">
          <ac:chgData name="Hsu Hlaing Hnin" userId="5aad8f8e78eef6e5" providerId="LiveId" clId="{9758AD28-1A7F-443F-86E4-2AE420D11A3D}" dt="2026-08-31T20:37:09.591" v="1720" actId="478"/>
          <ac:spMkLst>
            <pc:docMk/>
            <pc:sldMk cId="2875150042" sldId="268"/>
            <ac:spMk id="37" creationId="{DE78DFD2-DD43-4413-9D4E-33E94F891CF4}"/>
          </ac:spMkLst>
        </pc:spChg>
        <pc:spChg chg="del">
          <ac:chgData name="Hsu Hlaing Hnin" userId="5aad8f8e78eef6e5" providerId="LiveId" clId="{9758AD28-1A7F-443F-86E4-2AE420D11A3D}" dt="2026-08-31T20:37:09.591" v="1720" actId="478"/>
          <ac:spMkLst>
            <pc:docMk/>
            <pc:sldMk cId="2875150042" sldId="268"/>
            <ac:spMk id="38" creationId="{1BAAF4FE-254C-48B6-A426-70FCBBB0AB23}"/>
          </ac:spMkLst>
        </pc:spChg>
        <pc:spChg chg="del">
          <ac:chgData name="Hsu Hlaing Hnin" userId="5aad8f8e78eef6e5" providerId="LiveId" clId="{9758AD28-1A7F-443F-86E4-2AE420D11A3D}" dt="2026-08-31T20:37:09.591" v="1720" actId="478"/>
          <ac:spMkLst>
            <pc:docMk/>
            <pc:sldMk cId="2875150042" sldId="268"/>
            <ac:spMk id="39" creationId="{B65A4168-779B-4DA4-A8F2-ED87F62A9745}"/>
          </ac:spMkLst>
        </pc:spChg>
        <pc:spChg chg="del">
          <ac:chgData name="Hsu Hlaing Hnin" userId="5aad8f8e78eef6e5" providerId="LiveId" clId="{9758AD28-1A7F-443F-86E4-2AE420D11A3D}" dt="2026-08-31T20:37:09.591" v="1720" actId="478"/>
          <ac:spMkLst>
            <pc:docMk/>
            <pc:sldMk cId="2875150042" sldId="268"/>
            <ac:spMk id="40" creationId="{1CC6678E-6CE1-48E0-8F11-970374298C77}"/>
          </ac:spMkLst>
        </pc:spChg>
        <pc:spChg chg="add mod">
          <ac:chgData name="Hsu Hlaing Hnin" userId="5aad8f8e78eef6e5" providerId="LiveId" clId="{9758AD28-1A7F-443F-86E4-2AE420D11A3D}" dt="2026-08-31T21:28:38.024" v="2026" actId="164"/>
          <ac:spMkLst>
            <pc:docMk/>
            <pc:sldMk cId="2875150042" sldId="268"/>
            <ac:spMk id="41" creationId="{F30FEBB0-E656-4088-B2F3-2E5AD7159D9A}"/>
          </ac:spMkLst>
        </pc:spChg>
        <pc:spChg chg="add del mod">
          <ac:chgData name="Hsu Hlaing Hnin" userId="5aad8f8e78eef6e5" providerId="LiveId" clId="{9758AD28-1A7F-443F-86E4-2AE420D11A3D}" dt="2026-08-31T21:23:49.402" v="1956" actId="478"/>
          <ac:spMkLst>
            <pc:docMk/>
            <pc:sldMk cId="2875150042" sldId="268"/>
            <ac:spMk id="42" creationId="{CFB185F7-5634-4416-BD99-E69C16515C56}"/>
          </ac:spMkLst>
        </pc:spChg>
        <pc:spChg chg="add mod">
          <ac:chgData name="Hsu Hlaing Hnin" userId="5aad8f8e78eef6e5" providerId="LiveId" clId="{9758AD28-1A7F-443F-86E4-2AE420D11A3D}" dt="2026-08-31T21:29:46.433" v="2033" actId="1076"/>
          <ac:spMkLst>
            <pc:docMk/>
            <pc:sldMk cId="2875150042" sldId="268"/>
            <ac:spMk id="44" creationId="{00A36982-01B1-4ED3-AC96-173004947423}"/>
          </ac:spMkLst>
        </pc:spChg>
        <pc:spChg chg="add mod">
          <ac:chgData name="Hsu Hlaing Hnin" userId="5aad8f8e78eef6e5" providerId="LiveId" clId="{9758AD28-1A7F-443F-86E4-2AE420D11A3D}" dt="2026-08-31T21:28:38.024" v="2026" actId="164"/>
          <ac:spMkLst>
            <pc:docMk/>
            <pc:sldMk cId="2875150042" sldId="268"/>
            <ac:spMk id="45" creationId="{EB9D8EF8-03BD-4542-918B-7D749BA437F6}"/>
          </ac:spMkLst>
        </pc:spChg>
        <pc:spChg chg="add mod">
          <ac:chgData name="Hsu Hlaing Hnin" userId="5aad8f8e78eef6e5" providerId="LiveId" clId="{9758AD28-1A7F-443F-86E4-2AE420D11A3D}" dt="2026-08-31T21:28:38.024" v="2026" actId="164"/>
          <ac:spMkLst>
            <pc:docMk/>
            <pc:sldMk cId="2875150042" sldId="268"/>
            <ac:spMk id="46" creationId="{D7787739-7D02-47A6-81B8-E7F670490110}"/>
          </ac:spMkLst>
        </pc:spChg>
        <pc:spChg chg="add mod">
          <ac:chgData name="Hsu Hlaing Hnin" userId="5aad8f8e78eef6e5" providerId="LiveId" clId="{9758AD28-1A7F-443F-86E4-2AE420D11A3D}" dt="2026-08-31T21:28:38.024" v="2026" actId="164"/>
          <ac:spMkLst>
            <pc:docMk/>
            <pc:sldMk cId="2875150042" sldId="268"/>
            <ac:spMk id="47" creationId="{10D0E341-376E-4E06-9E86-DDB0BAC5A8B2}"/>
          </ac:spMkLst>
        </pc:spChg>
        <pc:spChg chg="add mod">
          <ac:chgData name="Hsu Hlaing Hnin" userId="5aad8f8e78eef6e5" providerId="LiveId" clId="{9758AD28-1A7F-443F-86E4-2AE420D11A3D}" dt="2026-08-31T21:28:38.024" v="2026" actId="164"/>
          <ac:spMkLst>
            <pc:docMk/>
            <pc:sldMk cId="2875150042" sldId="268"/>
            <ac:spMk id="48" creationId="{A96C6334-89E2-437B-ABEC-9DFC955931CA}"/>
          </ac:spMkLst>
        </pc:spChg>
        <pc:spChg chg="add del mod">
          <ac:chgData name="Hsu Hlaing Hnin" userId="5aad8f8e78eef6e5" providerId="LiveId" clId="{9758AD28-1A7F-443F-86E4-2AE420D11A3D}" dt="2026-08-31T21:26:49.420" v="1992" actId="478"/>
          <ac:spMkLst>
            <pc:docMk/>
            <pc:sldMk cId="2875150042" sldId="268"/>
            <ac:spMk id="49" creationId="{4E428ADD-5AFA-4E09-9B9D-4A0E5B88A876}"/>
          </ac:spMkLst>
        </pc:spChg>
        <pc:spChg chg="add mod">
          <ac:chgData name="Hsu Hlaing Hnin" userId="5aad8f8e78eef6e5" providerId="LiveId" clId="{9758AD28-1A7F-443F-86E4-2AE420D11A3D}" dt="2026-08-31T21:29:30.244" v="2031" actId="1076"/>
          <ac:spMkLst>
            <pc:docMk/>
            <pc:sldMk cId="2875150042" sldId="268"/>
            <ac:spMk id="51" creationId="{1C55DD94-38C8-4368-9431-D48D8E719EDA}"/>
          </ac:spMkLst>
        </pc:spChg>
        <pc:spChg chg="add mod">
          <ac:chgData name="Hsu Hlaing Hnin" userId="5aad8f8e78eef6e5" providerId="LiveId" clId="{9758AD28-1A7F-443F-86E4-2AE420D11A3D}" dt="2026-08-31T21:28:38.024" v="2026" actId="164"/>
          <ac:spMkLst>
            <pc:docMk/>
            <pc:sldMk cId="2875150042" sldId="268"/>
            <ac:spMk id="52" creationId="{865DCBD5-04C7-4959-89A7-B579A8B353E9}"/>
          </ac:spMkLst>
        </pc:spChg>
        <pc:spChg chg="add mod">
          <ac:chgData name="Hsu Hlaing Hnin" userId="5aad8f8e78eef6e5" providerId="LiveId" clId="{9758AD28-1A7F-443F-86E4-2AE420D11A3D}" dt="2026-08-31T21:28:38.024" v="2026" actId="164"/>
          <ac:spMkLst>
            <pc:docMk/>
            <pc:sldMk cId="2875150042" sldId="268"/>
            <ac:spMk id="53" creationId="{2E9C4A60-8358-4016-A3A1-1CBF73E8F14A}"/>
          </ac:spMkLst>
        </pc:spChg>
        <pc:spChg chg="add mod">
          <ac:chgData name="Hsu Hlaing Hnin" userId="5aad8f8e78eef6e5" providerId="LiveId" clId="{9758AD28-1A7F-443F-86E4-2AE420D11A3D}" dt="2026-08-31T21:28:38.024" v="2026" actId="164"/>
          <ac:spMkLst>
            <pc:docMk/>
            <pc:sldMk cId="2875150042" sldId="268"/>
            <ac:spMk id="54" creationId="{4E569C6E-C3EE-4641-A9C0-9F2C6C36F49D}"/>
          </ac:spMkLst>
        </pc:spChg>
        <pc:spChg chg="add mod">
          <ac:chgData name="Hsu Hlaing Hnin" userId="5aad8f8e78eef6e5" providerId="LiveId" clId="{9758AD28-1A7F-443F-86E4-2AE420D11A3D}" dt="2026-08-31T21:30:32.532" v="2043" actId="20577"/>
          <ac:spMkLst>
            <pc:docMk/>
            <pc:sldMk cId="2875150042" sldId="268"/>
            <ac:spMk id="55" creationId="{6C6D9E03-3084-4AD8-AAF9-C622162B1054}"/>
          </ac:spMkLst>
        </pc:spChg>
        <pc:spChg chg="add del mod">
          <ac:chgData name="Hsu Hlaing Hnin" userId="5aad8f8e78eef6e5" providerId="LiveId" clId="{9758AD28-1A7F-443F-86E4-2AE420D11A3D}" dt="2026-08-31T20:38:13.636" v="1823"/>
          <ac:spMkLst>
            <pc:docMk/>
            <pc:sldMk cId="2875150042" sldId="268"/>
            <ac:spMk id="56" creationId="{AEF2F8A2-CB59-4925-9961-303C5C12BB4A}"/>
          </ac:spMkLst>
        </pc:spChg>
        <pc:spChg chg="add mod ord">
          <ac:chgData name="Hsu Hlaing Hnin" userId="5aad8f8e78eef6e5" providerId="LiveId" clId="{9758AD28-1A7F-443F-86E4-2AE420D11A3D}" dt="2026-08-31T21:28:38.024" v="2026" actId="164"/>
          <ac:spMkLst>
            <pc:docMk/>
            <pc:sldMk cId="2875150042" sldId="268"/>
            <ac:spMk id="57" creationId="{FFD60655-21BE-4B9F-81A4-FAD1936DE6BD}"/>
          </ac:spMkLst>
        </pc:spChg>
        <pc:spChg chg="add mod">
          <ac:chgData name="Hsu Hlaing Hnin" userId="5aad8f8e78eef6e5" providerId="LiveId" clId="{9758AD28-1A7F-443F-86E4-2AE420D11A3D}" dt="2026-08-31T21:31:03.214" v="2046" actId="164"/>
          <ac:spMkLst>
            <pc:docMk/>
            <pc:sldMk cId="2875150042" sldId="268"/>
            <ac:spMk id="58" creationId="{B8CBF7C0-EB2C-4F20-BA28-8B292E43A760}"/>
          </ac:spMkLst>
        </pc:spChg>
        <pc:spChg chg="add mod">
          <ac:chgData name="Hsu Hlaing Hnin" userId="5aad8f8e78eef6e5" providerId="LiveId" clId="{9758AD28-1A7F-443F-86E4-2AE420D11A3D}" dt="2026-08-31T21:13:16.031" v="1943" actId="1076"/>
          <ac:spMkLst>
            <pc:docMk/>
            <pc:sldMk cId="2875150042" sldId="268"/>
            <ac:spMk id="59" creationId="{D728A1E0-B4BD-489E-91B2-EB9C9A01D76D}"/>
          </ac:spMkLst>
        </pc:spChg>
        <pc:spChg chg="add mod">
          <ac:chgData name="Hsu Hlaing Hnin" userId="5aad8f8e78eef6e5" providerId="LiveId" clId="{9758AD28-1A7F-443F-86E4-2AE420D11A3D}" dt="2026-08-31T21:39:55.358" v="2181" actId="20577"/>
          <ac:spMkLst>
            <pc:docMk/>
            <pc:sldMk cId="2875150042" sldId="268"/>
            <ac:spMk id="60" creationId="{D0C65CEC-D01D-4154-A37B-5FCDAB335A79}"/>
          </ac:spMkLst>
        </pc:spChg>
        <pc:spChg chg="add mod">
          <ac:chgData name="Hsu Hlaing Hnin" userId="5aad8f8e78eef6e5" providerId="LiveId" clId="{9758AD28-1A7F-443F-86E4-2AE420D11A3D}" dt="2026-08-31T21:31:44.013" v="2050" actId="164"/>
          <ac:spMkLst>
            <pc:docMk/>
            <pc:sldMk cId="2875150042" sldId="268"/>
            <ac:spMk id="61" creationId="{3AB0B78D-071F-4595-999A-900DC4EABCDB}"/>
          </ac:spMkLst>
        </pc:spChg>
        <pc:spChg chg="add mod">
          <ac:chgData name="Hsu Hlaing Hnin" userId="5aad8f8e78eef6e5" providerId="LiveId" clId="{9758AD28-1A7F-443F-86E4-2AE420D11A3D}" dt="2026-08-31T21:38:49.760" v="2127" actId="20577"/>
          <ac:spMkLst>
            <pc:docMk/>
            <pc:sldMk cId="2875150042" sldId="268"/>
            <ac:spMk id="62" creationId="{041D28DC-DE23-45A0-8A79-1EEDDE8DE7CA}"/>
          </ac:spMkLst>
        </pc:spChg>
        <pc:spChg chg="add mod">
          <ac:chgData name="Hsu Hlaing Hnin" userId="5aad8f8e78eef6e5" providerId="LiveId" clId="{9758AD28-1A7F-443F-86E4-2AE420D11A3D}" dt="2026-08-31T21:40:36.568" v="2201" actId="1076"/>
          <ac:spMkLst>
            <pc:docMk/>
            <pc:sldMk cId="2875150042" sldId="268"/>
            <ac:spMk id="63" creationId="{57216DBC-E1C5-4DFA-8429-32BF84A1F760}"/>
          </ac:spMkLst>
        </pc:spChg>
        <pc:spChg chg="add mod">
          <ac:chgData name="Hsu Hlaing Hnin" userId="5aad8f8e78eef6e5" providerId="LiveId" clId="{9758AD28-1A7F-443F-86E4-2AE420D11A3D}" dt="2026-08-31T21:42:19.994" v="2215" actId="1076"/>
          <ac:spMkLst>
            <pc:docMk/>
            <pc:sldMk cId="2875150042" sldId="268"/>
            <ac:spMk id="64" creationId="{6DA9420F-8104-4BC9-8812-91962E424F84}"/>
          </ac:spMkLst>
        </pc:spChg>
        <pc:spChg chg="add mod">
          <ac:chgData name="Hsu Hlaing Hnin" userId="5aad8f8e78eef6e5" providerId="LiveId" clId="{9758AD28-1A7F-443F-86E4-2AE420D11A3D}" dt="2026-09-01T20:26:26.433" v="4499" actId="1076"/>
          <ac:spMkLst>
            <pc:docMk/>
            <pc:sldMk cId="2875150042" sldId="268"/>
            <ac:spMk id="65" creationId="{D7CFB2C6-A542-45EB-B2FD-076DAAC5DC81}"/>
          </ac:spMkLst>
        </pc:spChg>
        <pc:spChg chg="add mod">
          <ac:chgData name="Hsu Hlaing Hnin" userId="5aad8f8e78eef6e5" providerId="LiveId" clId="{9758AD28-1A7F-443F-86E4-2AE420D11A3D}" dt="2026-08-31T21:42:24.902" v="2216" actId="1076"/>
          <ac:spMkLst>
            <pc:docMk/>
            <pc:sldMk cId="2875150042" sldId="268"/>
            <ac:spMk id="66" creationId="{C1E5BB55-8335-44F1-8539-90E7F837EA55}"/>
          </ac:spMkLst>
        </pc:spChg>
        <pc:spChg chg="add mod">
          <ac:chgData name="Hsu Hlaing Hnin" userId="5aad8f8e78eef6e5" providerId="LiveId" clId="{9758AD28-1A7F-443F-86E4-2AE420D11A3D}" dt="2026-08-31T20:56:52.955" v="1935" actId="164"/>
          <ac:spMkLst>
            <pc:docMk/>
            <pc:sldMk cId="2875150042" sldId="268"/>
            <ac:spMk id="67" creationId="{3105C2E8-6728-45CE-AA66-AAC7085C1866}"/>
          </ac:spMkLst>
        </pc:spChg>
        <pc:spChg chg="add mod">
          <ac:chgData name="Hsu Hlaing Hnin" userId="5aad8f8e78eef6e5" providerId="LiveId" clId="{9758AD28-1A7F-443F-86E4-2AE420D11A3D}" dt="2026-08-31T20:56:52.955" v="1935" actId="164"/>
          <ac:spMkLst>
            <pc:docMk/>
            <pc:sldMk cId="2875150042" sldId="268"/>
            <ac:spMk id="68" creationId="{26C9B0BA-4BC8-4174-AE84-6A1AF75E3DF8}"/>
          </ac:spMkLst>
        </pc:spChg>
        <pc:spChg chg="mod">
          <ac:chgData name="Hsu Hlaing Hnin" userId="5aad8f8e78eef6e5" providerId="LiveId" clId="{9758AD28-1A7F-443F-86E4-2AE420D11A3D}" dt="2026-08-31T21:33:36.112" v="2056" actId="1076"/>
          <ac:spMkLst>
            <pc:docMk/>
            <pc:sldMk cId="2875150042" sldId="268"/>
            <ac:spMk id="70" creationId="{0C040D79-1A82-494E-969E-E3F7FFE85FC5}"/>
          </ac:spMkLst>
        </pc:spChg>
        <pc:spChg chg="mod">
          <ac:chgData name="Hsu Hlaing Hnin" userId="5aad8f8e78eef6e5" providerId="LiveId" clId="{9758AD28-1A7F-443F-86E4-2AE420D11A3D}" dt="2026-08-31T20:56:58.226" v="1937"/>
          <ac:spMkLst>
            <pc:docMk/>
            <pc:sldMk cId="2875150042" sldId="268"/>
            <ac:spMk id="71" creationId="{D7132D15-4C89-40E1-82E2-247AA4477DA4}"/>
          </ac:spMkLst>
        </pc:spChg>
        <pc:spChg chg="add mod">
          <ac:chgData name="Hsu Hlaing Hnin" userId="5aad8f8e78eef6e5" providerId="LiveId" clId="{9758AD28-1A7F-443F-86E4-2AE420D11A3D}" dt="2026-08-31T21:34:10.243" v="2057" actId="1076"/>
          <ac:spMkLst>
            <pc:docMk/>
            <pc:sldMk cId="2875150042" sldId="268"/>
            <ac:spMk id="72" creationId="{42A9BB06-AE5A-49FA-BD48-68644C606904}"/>
          </ac:spMkLst>
        </pc:spChg>
        <pc:spChg chg="add mod">
          <ac:chgData name="Hsu Hlaing Hnin" userId="5aad8f8e78eef6e5" providerId="LiveId" clId="{9758AD28-1A7F-443F-86E4-2AE420D11A3D}" dt="2026-08-31T21:34:49.639" v="2062" actId="1076"/>
          <ac:spMkLst>
            <pc:docMk/>
            <pc:sldMk cId="2875150042" sldId="268"/>
            <ac:spMk id="73" creationId="{B318C19F-C673-4FD3-8126-D446DEACF141}"/>
          </ac:spMkLst>
        </pc:spChg>
        <pc:spChg chg="add mod">
          <ac:chgData name="Hsu Hlaing Hnin" userId="5aad8f8e78eef6e5" providerId="LiveId" clId="{9758AD28-1A7F-443F-86E4-2AE420D11A3D}" dt="2026-08-31T21:35:06.776" v="2068" actId="1076"/>
          <ac:spMkLst>
            <pc:docMk/>
            <pc:sldMk cId="2875150042" sldId="268"/>
            <ac:spMk id="74" creationId="{8221C845-21BD-4F1F-9664-739223C751C5}"/>
          </ac:spMkLst>
        </pc:spChg>
        <pc:spChg chg="add mod">
          <ac:chgData name="Hsu Hlaing Hnin" userId="5aad8f8e78eef6e5" providerId="LiveId" clId="{9758AD28-1A7F-443F-86E4-2AE420D11A3D}" dt="2026-08-31T21:35:21.728" v="2073" actId="20577"/>
          <ac:spMkLst>
            <pc:docMk/>
            <pc:sldMk cId="2875150042" sldId="268"/>
            <ac:spMk id="75" creationId="{C57F9E6C-A373-41D6-B970-9EE093326186}"/>
          </ac:spMkLst>
        </pc:spChg>
        <pc:spChg chg="add mod">
          <ac:chgData name="Hsu Hlaing Hnin" userId="5aad8f8e78eef6e5" providerId="LiveId" clId="{9758AD28-1A7F-443F-86E4-2AE420D11A3D}" dt="2026-08-31T21:36:48.594" v="2079" actId="108"/>
          <ac:spMkLst>
            <pc:docMk/>
            <pc:sldMk cId="2875150042" sldId="268"/>
            <ac:spMk id="76" creationId="{3E4B69A7-A7ED-410B-9A9E-3D9C3E0C5815}"/>
          </ac:spMkLst>
        </pc:spChg>
        <pc:grpChg chg="add del mod">
          <ac:chgData name="Hsu Hlaing Hnin" userId="5aad8f8e78eef6e5" providerId="LiveId" clId="{9758AD28-1A7F-443F-86E4-2AE420D11A3D}" dt="2026-08-31T20:56:56.497" v="1936" actId="21"/>
          <ac:grpSpMkLst>
            <pc:docMk/>
            <pc:sldMk cId="2875150042" sldId="268"/>
            <ac:grpSpMk id="3" creationId="{03A8E686-387A-4D63-80B3-85271FEB6D55}"/>
          </ac:grpSpMkLst>
        </pc:grpChg>
        <pc:grpChg chg="add mod">
          <ac:chgData name="Hsu Hlaing Hnin" userId="5aad8f8e78eef6e5" providerId="LiveId" clId="{9758AD28-1A7F-443F-86E4-2AE420D11A3D}" dt="2026-08-31T21:30:14.326" v="2035" actId="1076"/>
          <ac:grpSpMkLst>
            <pc:docMk/>
            <pc:sldMk cId="2875150042" sldId="268"/>
            <ac:grpSpMk id="10" creationId="{6899C323-12B4-4191-A206-D5A0CC9AD7C3}"/>
          </ac:grpSpMkLst>
        </pc:grpChg>
        <pc:grpChg chg="add mod">
          <ac:chgData name="Hsu Hlaing Hnin" userId="5aad8f8e78eef6e5" providerId="LiveId" clId="{9758AD28-1A7F-443F-86E4-2AE420D11A3D}" dt="2026-08-31T21:31:09.431" v="2047" actId="1076"/>
          <ac:grpSpMkLst>
            <pc:docMk/>
            <pc:sldMk cId="2875150042" sldId="268"/>
            <ac:grpSpMk id="11" creationId="{CFE4EB47-BF23-45D1-AB46-0F7DFD4CCC29}"/>
          </ac:grpSpMkLst>
        </pc:grpChg>
        <pc:grpChg chg="add mod">
          <ac:chgData name="Hsu Hlaing Hnin" userId="5aad8f8e78eef6e5" providerId="LiveId" clId="{9758AD28-1A7F-443F-86E4-2AE420D11A3D}" dt="2026-09-01T02:39:31.384" v="3310" actId="1076"/>
          <ac:grpSpMkLst>
            <pc:docMk/>
            <pc:sldMk cId="2875150042" sldId="268"/>
            <ac:grpSpMk id="12" creationId="{91C59F30-7A16-47CC-863C-4DE3049DB037}"/>
          </ac:grpSpMkLst>
        </pc:grpChg>
        <pc:grpChg chg="add mod">
          <ac:chgData name="Hsu Hlaing Hnin" userId="5aad8f8e78eef6e5" providerId="LiveId" clId="{9758AD28-1A7F-443F-86E4-2AE420D11A3D}" dt="2026-08-31T21:31:50.758" v="2051" actId="1076"/>
          <ac:grpSpMkLst>
            <pc:docMk/>
            <pc:sldMk cId="2875150042" sldId="268"/>
            <ac:grpSpMk id="13" creationId="{09AC4B7D-47D4-413E-83CB-7393ACBF8E69}"/>
          </ac:grpSpMkLst>
        </pc:grpChg>
        <pc:grpChg chg="add mod">
          <ac:chgData name="Hsu Hlaing Hnin" userId="5aad8f8e78eef6e5" providerId="LiveId" clId="{9758AD28-1A7F-443F-86E4-2AE420D11A3D}" dt="2026-08-31T21:31:03.214" v="2046" actId="164"/>
          <ac:grpSpMkLst>
            <pc:docMk/>
            <pc:sldMk cId="2875150042" sldId="268"/>
            <ac:grpSpMk id="69" creationId="{A827E262-F5D1-4E00-AF8C-07ECDA8867B6}"/>
          </ac:grpSpMkLst>
        </pc:grpChg>
        <pc:picChg chg="add mod modCrop">
          <ac:chgData name="Hsu Hlaing Hnin" userId="5aad8f8e78eef6e5" providerId="LiveId" clId="{9758AD28-1A7F-443F-86E4-2AE420D11A3D}" dt="2026-08-31T21:28:38.024" v="2026" actId="164"/>
          <ac:picMkLst>
            <pc:docMk/>
            <pc:sldMk cId="2875150042" sldId="268"/>
            <ac:picMk id="5" creationId="{7A916F01-97DA-4827-A028-F7EA197009C6}"/>
          </ac:picMkLst>
        </pc:picChg>
        <pc:picChg chg="add mod">
          <ac:chgData name="Hsu Hlaing Hnin" userId="5aad8f8e78eef6e5" providerId="LiveId" clId="{9758AD28-1A7F-443F-86E4-2AE420D11A3D}" dt="2026-08-31T21:29:14.343" v="2028" actId="1076"/>
          <ac:picMkLst>
            <pc:docMk/>
            <pc:sldMk cId="2875150042" sldId="268"/>
            <ac:picMk id="7" creationId="{9746FCB8-5129-40DF-AE68-B798C9C1A8E8}"/>
          </ac:picMkLst>
        </pc:picChg>
        <pc:picChg chg="add mod">
          <ac:chgData name="Hsu Hlaing Hnin" userId="5aad8f8e78eef6e5" providerId="LiveId" clId="{9758AD28-1A7F-443F-86E4-2AE420D11A3D}" dt="2026-08-31T21:29:23.074" v="2030" actId="1076"/>
          <ac:picMkLst>
            <pc:docMk/>
            <pc:sldMk cId="2875150042" sldId="268"/>
            <ac:picMk id="9" creationId="{8D1C812A-3861-4233-80AB-038875B640F4}"/>
          </ac:picMkLst>
        </pc:picChg>
        <pc:picChg chg="add del mod">
          <ac:chgData name="Hsu Hlaing Hnin" userId="5aad8f8e78eef6e5" providerId="LiveId" clId="{9758AD28-1A7F-443F-86E4-2AE420D11A3D}" dt="2026-08-31T21:22:34.554" v="1944" actId="478"/>
          <ac:picMkLst>
            <pc:docMk/>
            <pc:sldMk cId="2875150042" sldId="268"/>
            <ac:picMk id="20" creationId="{E9C9AC8F-0D92-4F2E-A55F-1B634A3B9A2C}"/>
          </ac:picMkLst>
        </pc:picChg>
        <pc:picChg chg="add del mod">
          <ac:chgData name="Hsu Hlaing Hnin" userId="5aad8f8e78eef6e5" providerId="LiveId" clId="{9758AD28-1A7F-443F-86E4-2AE420D11A3D}" dt="2026-08-31T21:23:47.214" v="1955" actId="478"/>
          <ac:picMkLst>
            <pc:docMk/>
            <pc:sldMk cId="2875150042" sldId="268"/>
            <ac:picMk id="43" creationId="{5297F2F3-D371-4069-A190-2541EBB0A077}"/>
          </ac:picMkLst>
        </pc:picChg>
        <pc:picChg chg="add del mod">
          <ac:chgData name="Hsu Hlaing Hnin" userId="5aad8f8e78eef6e5" providerId="LiveId" clId="{9758AD28-1A7F-443F-86E4-2AE420D11A3D}" dt="2026-08-31T21:26:47.202" v="1991" actId="478"/>
          <ac:picMkLst>
            <pc:docMk/>
            <pc:sldMk cId="2875150042" sldId="268"/>
            <ac:picMk id="50" creationId="{29711C78-D072-4B50-B1E4-1E4693490F9D}"/>
          </ac:picMkLst>
        </pc:picChg>
      </pc:sldChg>
      <pc:sldChg chg="addSp delSp modSp new mod ord">
        <pc:chgData name="Hsu Hlaing Hnin" userId="5aad8f8e78eef6e5" providerId="LiveId" clId="{9758AD28-1A7F-443F-86E4-2AE420D11A3D}" dt="2026-09-01T03:11:22.855" v="3694" actId="1037"/>
        <pc:sldMkLst>
          <pc:docMk/>
          <pc:sldMk cId="301317305" sldId="269"/>
        </pc:sldMkLst>
        <pc:spChg chg="add mod">
          <ac:chgData name="Hsu Hlaing Hnin" userId="5aad8f8e78eef6e5" providerId="LiveId" clId="{9758AD28-1A7F-443F-86E4-2AE420D11A3D}" dt="2026-09-01T02:08:46.345" v="3034" actId="1076"/>
          <ac:spMkLst>
            <pc:docMk/>
            <pc:sldMk cId="301317305" sldId="269"/>
            <ac:spMk id="3" creationId="{DE393B10-4C39-43A8-BBF6-3FAA7A808E4B}"/>
          </ac:spMkLst>
        </pc:spChg>
        <pc:spChg chg="mod">
          <ac:chgData name="Hsu Hlaing Hnin" userId="5aad8f8e78eef6e5" providerId="LiveId" clId="{9758AD28-1A7F-443F-86E4-2AE420D11A3D}" dt="2026-09-01T00:35:21.110" v="2536" actId="113"/>
          <ac:spMkLst>
            <pc:docMk/>
            <pc:sldMk cId="301317305" sldId="269"/>
            <ac:spMk id="6" creationId="{38100DF8-68C2-43C2-A47E-EF8B81BFE70E}"/>
          </ac:spMkLst>
        </pc:spChg>
        <pc:spChg chg="del mod">
          <ac:chgData name="Hsu Hlaing Hnin" userId="5aad8f8e78eef6e5" providerId="LiveId" clId="{9758AD28-1A7F-443F-86E4-2AE420D11A3D}" dt="2026-09-01T00:12:01.339" v="2438" actId="478"/>
          <ac:spMkLst>
            <pc:docMk/>
            <pc:sldMk cId="301317305" sldId="269"/>
            <ac:spMk id="7" creationId="{76B374CD-1B29-4D90-88CF-7BBA558D57D6}"/>
          </ac:spMkLst>
        </pc:spChg>
        <pc:spChg chg="mod">
          <ac:chgData name="Hsu Hlaing Hnin" userId="5aad8f8e78eef6e5" providerId="LiveId" clId="{9758AD28-1A7F-443F-86E4-2AE420D11A3D}" dt="2026-09-01T00:03:16.910" v="2251"/>
          <ac:spMkLst>
            <pc:docMk/>
            <pc:sldMk cId="301317305" sldId="269"/>
            <ac:spMk id="8" creationId="{4D9612F4-82E5-44C4-889B-6CB956B52FC3}"/>
          </ac:spMkLst>
        </pc:spChg>
        <pc:spChg chg="mod">
          <ac:chgData name="Hsu Hlaing Hnin" userId="5aad8f8e78eef6e5" providerId="LiveId" clId="{9758AD28-1A7F-443F-86E4-2AE420D11A3D}" dt="2026-09-01T00:03:16.910" v="2251"/>
          <ac:spMkLst>
            <pc:docMk/>
            <pc:sldMk cId="301317305" sldId="269"/>
            <ac:spMk id="9" creationId="{85C60D99-8400-4BD3-802C-2A952AAD9CD0}"/>
          </ac:spMkLst>
        </pc:spChg>
        <pc:spChg chg="mod">
          <ac:chgData name="Hsu Hlaing Hnin" userId="5aad8f8e78eef6e5" providerId="LiveId" clId="{9758AD28-1A7F-443F-86E4-2AE420D11A3D}" dt="2026-09-01T00:35:26.864" v="2537" actId="113"/>
          <ac:spMkLst>
            <pc:docMk/>
            <pc:sldMk cId="301317305" sldId="269"/>
            <ac:spMk id="12" creationId="{CB09C502-3086-4523-9091-803200E32E12}"/>
          </ac:spMkLst>
        </pc:spChg>
        <pc:spChg chg="mod">
          <ac:chgData name="Hsu Hlaing Hnin" userId="5aad8f8e78eef6e5" providerId="LiveId" clId="{9758AD28-1A7F-443F-86E4-2AE420D11A3D}" dt="2026-09-01T00:12:07.504" v="2439"/>
          <ac:spMkLst>
            <pc:docMk/>
            <pc:sldMk cId="301317305" sldId="269"/>
            <ac:spMk id="13" creationId="{F6F402B0-A3E3-4910-B3FF-8F2664C02B3A}"/>
          </ac:spMkLst>
        </pc:spChg>
        <pc:spChg chg="mod">
          <ac:chgData name="Hsu Hlaing Hnin" userId="5aad8f8e78eef6e5" providerId="LiveId" clId="{9758AD28-1A7F-443F-86E4-2AE420D11A3D}" dt="2026-09-01T00:12:23.930" v="2442" actId="20577"/>
          <ac:spMkLst>
            <pc:docMk/>
            <pc:sldMk cId="301317305" sldId="269"/>
            <ac:spMk id="14" creationId="{5A65434C-E45D-4E00-A128-6F38B32E77F6}"/>
          </ac:spMkLst>
        </pc:spChg>
        <pc:spChg chg="mod">
          <ac:chgData name="Hsu Hlaing Hnin" userId="5aad8f8e78eef6e5" providerId="LiveId" clId="{9758AD28-1A7F-443F-86E4-2AE420D11A3D}" dt="2026-09-01T00:35:31.962" v="2538" actId="113"/>
          <ac:spMkLst>
            <pc:docMk/>
            <pc:sldMk cId="301317305" sldId="269"/>
            <ac:spMk id="17" creationId="{E5740A68-45B6-4AE2-B345-F9D914775D00}"/>
          </ac:spMkLst>
        </pc:spChg>
        <pc:spChg chg="mod">
          <ac:chgData name="Hsu Hlaing Hnin" userId="5aad8f8e78eef6e5" providerId="LiveId" clId="{9758AD28-1A7F-443F-86E4-2AE420D11A3D}" dt="2026-09-01T00:12:58.496" v="2501"/>
          <ac:spMkLst>
            <pc:docMk/>
            <pc:sldMk cId="301317305" sldId="269"/>
            <ac:spMk id="18" creationId="{84650080-AF8A-4EC4-AE20-E1255BAF0B5A}"/>
          </ac:spMkLst>
        </pc:spChg>
        <pc:spChg chg="mod">
          <ac:chgData name="Hsu Hlaing Hnin" userId="5aad8f8e78eef6e5" providerId="LiveId" clId="{9758AD28-1A7F-443F-86E4-2AE420D11A3D}" dt="2026-09-01T00:13:10.654" v="2504" actId="20577"/>
          <ac:spMkLst>
            <pc:docMk/>
            <pc:sldMk cId="301317305" sldId="269"/>
            <ac:spMk id="19" creationId="{73006C05-D430-4784-9A70-12B6A57CD8BC}"/>
          </ac:spMkLst>
        </pc:spChg>
        <pc:spChg chg="add mod">
          <ac:chgData name="Hsu Hlaing Hnin" userId="5aad8f8e78eef6e5" providerId="LiveId" clId="{9758AD28-1A7F-443F-86E4-2AE420D11A3D}" dt="2026-09-01T01:43:15.712" v="2834" actId="1076"/>
          <ac:spMkLst>
            <pc:docMk/>
            <pc:sldMk cId="301317305" sldId="269"/>
            <ac:spMk id="25" creationId="{E9B38D84-84C8-440A-BC9A-1485A0D36970}"/>
          </ac:spMkLst>
        </pc:spChg>
        <pc:spChg chg="add del mod">
          <ac:chgData name="Hsu Hlaing Hnin" userId="5aad8f8e78eef6e5" providerId="LiveId" clId="{9758AD28-1A7F-443F-86E4-2AE420D11A3D}" dt="2026-09-01T01:11:13.123" v="2638" actId="478"/>
          <ac:spMkLst>
            <pc:docMk/>
            <pc:sldMk cId="301317305" sldId="269"/>
            <ac:spMk id="26" creationId="{DCF7CBFF-525E-4626-BA9E-DCF203E88FF2}"/>
          </ac:spMkLst>
        </pc:spChg>
        <pc:spChg chg="add del mod">
          <ac:chgData name="Hsu Hlaing Hnin" userId="5aad8f8e78eef6e5" providerId="LiveId" clId="{9758AD28-1A7F-443F-86E4-2AE420D11A3D}" dt="2026-09-01T01:09:40.343" v="2600" actId="478"/>
          <ac:spMkLst>
            <pc:docMk/>
            <pc:sldMk cId="301317305" sldId="269"/>
            <ac:spMk id="28" creationId="{3680444D-01AF-40F1-973A-906457DE5013}"/>
          </ac:spMkLst>
        </pc:spChg>
        <pc:spChg chg="add del mod">
          <ac:chgData name="Hsu Hlaing Hnin" userId="5aad8f8e78eef6e5" providerId="LiveId" clId="{9758AD28-1A7F-443F-86E4-2AE420D11A3D}" dt="2026-09-01T01:41:47.164" v="2818" actId="478"/>
          <ac:spMkLst>
            <pc:docMk/>
            <pc:sldMk cId="301317305" sldId="269"/>
            <ac:spMk id="29" creationId="{B3614EBF-84E9-436A-9E54-BAA5AB1DF1C5}"/>
          </ac:spMkLst>
        </pc:spChg>
        <pc:spChg chg="add del mod">
          <ac:chgData name="Hsu Hlaing Hnin" userId="5aad8f8e78eef6e5" providerId="LiveId" clId="{9758AD28-1A7F-443F-86E4-2AE420D11A3D}" dt="2026-09-01T01:48:29.169" v="2869" actId="478"/>
          <ac:spMkLst>
            <pc:docMk/>
            <pc:sldMk cId="301317305" sldId="269"/>
            <ac:spMk id="30" creationId="{BAD78728-218B-4CC2-A6D8-54A64736D940}"/>
          </ac:spMkLst>
        </pc:spChg>
        <pc:spChg chg="add del mod">
          <ac:chgData name="Hsu Hlaing Hnin" userId="5aad8f8e78eef6e5" providerId="LiveId" clId="{9758AD28-1A7F-443F-86E4-2AE420D11A3D}" dt="2026-09-01T01:23:22.932" v="2699" actId="478"/>
          <ac:spMkLst>
            <pc:docMk/>
            <pc:sldMk cId="301317305" sldId="269"/>
            <ac:spMk id="31" creationId="{41277E9E-DE06-4009-91D8-805AC40A3537}"/>
          </ac:spMkLst>
        </pc:spChg>
        <pc:spChg chg="add del mod">
          <ac:chgData name="Hsu Hlaing Hnin" userId="5aad8f8e78eef6e5" providerId="LiveId" clId="{9758AD28-1A7F-443F-86E4-2AE420D11A3D}" dt="2026-09-01T01:48:25.124" v="2868" actId="478"/>
          <ac:spMkLst>
            <pc:docMk/>
            <pc:sldMk cId="301317305" sldId="269"/>
            <ac:spMk id="32" creationId="{68BDC843-CD62-44A9-BEBF-7535DC505F28}"/>
          </ac:spMkLst>
        </pc:spChg>
        <pc:spChg chg="add del mod">
          <ac:chgData name="Hsu Hlaing Hnin" userId="5aad8f8e78eef6e5" providerId="LiveId" clId="{9758AD28-1A7F-443F-86E4-2AE420D11A3D}" dt="2026-09-01T01:25:37.181" v="2720" actId="478"/>
          <ac:spMkLst>
            <pc:docMk/>
            <pc:sldMk cId="301317305" sldId="269"/>
            <ac:spMk id="33" creationId="{F6744EA4-ABD3-4EDA-B43E-0003755BAB39}"/>
          </ac:spMkLst>
        </pc:spChg>
        <pc:spChg chg="add del mod">
          <ac:chgData name="Hsu Hlaing Hnin" userId="5aad8f8e78eef6e5" providerId="LiveId" clId="{9758AD28-1A7F-443F-86E4-2AE420D11A3D}" dt="2026-09-01T01:48:20.872" v="2866" actId="478"/>
          <ac:spMkLst>
            <pc:docMk/>
            <pc:sldMk cId="301317305" sldId="269"/>
            <ac:spMk id="34" creationId="{ACADCE66-9937-4344-9FEF-7D55D1A80E37}"/>
          </ac:spMkLst>
        </pc:spChg>
        <pc:spChg chg="add del mod">
          <ac:chgData name="Hsu Hlaing Hnin" userId="5aad8f8e78eef6e5" providerId="LiveId" clId="{9758AD28-1A7F-443F-86E4-2AE420D11A3D}" dt="2026-09-01T01:29:13.290" v="2780" actId="478"/>
          <ac:spMkLst>
            <pc:docMk/>
            <pc:sldMk cId="301317305" sldId="269"/>
            <ac:spMk id="35" creationId="{113254D3-ED13-4105-B274-E6B858EE148F}"/>
          </ac:spMkLst>
        </pc:spChg>
        <pc:spChg chg="add del mod">
          <ac:chgData name="Hsu Hlaing Hnin" userId="5aad8f8e78eef6e5" providerId="LiveId" clId="{9758AD28-1A7F-443F-86E4-2AE420D11A3D}" dt="2026-09-01T01:48:15.834" v="2864" actId="478"/>
          <ac:spMkLst>
            <pc:docMk/>
            <pc:sldMk cId="301317305" sldId="269"/>
            <ac:spMk id="36" creationId="{4318607E-64F7-42AA-BFAE-D13CE8E5EC18}"/>
          </ac:spMkLst>
        </pc:spChg>
        <pc:spChg chg="add del mod">
          <ac:chgData name="Hsu Hlaing Hnin" userId="5aad8f8e78eef6e5" providerId="LiveId" clId="{9758AD28-1A7F-443F-86E4-2AE420D11A3D}" dt="2026-09-01T01:40:29.219" v="2806" actId="478"/>
          <ac:spMkLst>
            <pc:docMk/>
            <pc:sldMk cId="301317305" sldId="269"/>
            <ac:spMk id="37" creationId="{8A52638F-DC0F-42C0-AC20-3B42AA04C590}"/>
          </ac:spMkLst>
        </pc:spChg>
        <pc:spChg chg="add mod">
          <ac:chgData name="Hsu Hlaing Hnin" userId="5aad8f8e78eef6e5" providerId="LiveId" clId="{9758AD28-1A7F-443F-86E4-2AE420D11A3D}" dt="2026-09-01T01:48:48.282" v="2871" actId="1076"/>
          <ac:spMkLst>
            <pc:docMk/>
            <pc:sldMk cId="301317305" sldId="269"/>
            <ac:spMk id="38" creationId="{C0FD2689-DCAA-4615-8933-69D2EF39029B}"/>
          </ac:spMkLst>
        </pc:spChg>
        <pc:spChg chg="add del mod">
          <ac:chgData name="Hsu Hlaing Hnin" userId="5aad8f8e78eef6e5" providerId="LiveId" clId="{9758AD28-1A7F-443F-86E4-2AE420D11A3D}" dt="2026-09-01T01:40:40.490" v="2808" actId="478"/>
          <ac:spMkLst>
            <pc:docMk/>
            <pc:sldMk cId="301317305" sldId="269"/>
            <ac:spMk id="39" creationId="{FCA1D560-CC1C-4B87-B1ED-3AB7E8505BC0}"/>
          </ac:spMkLst>
        </pc:spChg>
        <pc:spChg chg="add del mod">
          <ac:chgData name="Hsu Hlaing Hnin" userId="5aad8f8e78eef6e5" providerId="LiveId" clId="{9758AD28-1A7F-443F-86E4-2AE420D11A3D}" dt="2026-09-01T01:48:12.142" v="2863" actId="478"/>
          <ac:spMkLst>
            <pc:docMk/>
            <pc:sldMk cId="301317305" sldId="269"/>
            <ac:spMk id="40" creationId="{542624A7-8E5E-493F-A1B1-4A15CA632E8A}"/>
          </ac:spMkLst>
        </pc:spChg>
        <pc:spChg chg="add del mod">
          <ac:chgData name="Hsu Hlaing Hnin" userId="5aad8f8e78eef6e5" providerId="LiveId" clId="{9758AD28-1A7F-443F-86E4-2AE420D11A3D}" dt="2026-09-01T01:09:36.689" v="2599" actId="478"/>
          <ac:spMkLst>
            <pc:docMk/>
            <pc:sldMk cId="301317305" sldId="269"/>
            <ac:spMk id="41" creationId="{FB544474-5F89-4B24-96E9-A7EE38131448}"/>
          </ac:spMkLst>
        </pc:spChg>
        <pc:spChg chg="add mod">
          <ac:chgData name="Hsu Hlaing Hnin" userId="5aad8f8e78eef6e5" providerId="LiveId" clId="{9758AD28-1A7F-443F-86E4-2AE420D11A3D}" dt="2026-09-01T02:02:09.394" v="2973" actId="20577"/>
          <ac:spMkLst>
            <pc:docMk/>
            <pc:sldMk cId="301317305" sldId="269"/>
            <ac:spMk id="55" creationId="{4AD7EDBE-04E3-4234-B068-B36AB147F39F}"/>
          </ac:spMkLst>
        </pc:spChg>
        <pc:spChg chg="add mod">
          <ac:chgData name="Hsu Hlaing Hnin" userId="5aad8f8e78eef6e5" providerId="LiveId" clId="{9758AD28-1A7F-443F-86E4-2AE420D11A3D}" dt="2026-09-01T02:03:43.705" v="3007" actId="1076"/>
          <ac:spMkLst>
            <pc:docMk/>
            <pc:sldMk cId="301317305" sldId="269"/>
            <ac:spMk id="56" creationId="{FC77824A-7BBE-4C7C-A0CC-EAC5E3E71D63}"/>
          </ac:spMkLst>
        </pc:spChg>
        <pc:spChg chg="add mod">
          <ac:chgData name="Hsu Hlaing Hnin" userId="5aad8f8e78eef6e5" providerId="LiveId" clId="{9758AD28-1A7F-443F-86E4-2AE420D11A3D}" dt="2026-09-01T02:02:51.229" v="2985" actId="20577"/>
          <ac:spMkLst>
            <pc:docMk/>
            <pc:sldMk cId="301317305" sldId="269"/>
            <ac:spMk id="57" creationId="{3662DB47-1FF5-4B33-8D4D-30E84E7583AA}"/>
          </ac:spMkLst>
        </pc:spChg>
        <pc:spChg chg="add mod">
          <ac:chgData name="Hsu Hlaing Hnin" userId="5aad8f8e78eef6e5" providerId="LiveId" clId="{9758AD28-1A7F-443F-86E4-2AE420D11A3D}" dt="2026-09-01T02:03:01.340" v="2993" actId="20577"/>
          <ac:spMkLst>
            <pc:docMk/>
            <pc:sldMk cId="301317305" sldId="269"/>
            <ac:spMk id="58" creationId="{6E42BFCC-84CE-42A3-A456-8081C00E254F}"/>
          </ac:spMkLst>
        </pc:spChg>
        <pc:spChg chg="add mod">
          <ac:chgData name="Hsu Hlaing Hnin" userId="5aad8f8e78eef6e5" providerId="LiveId" clId="{9758AD28-1A7F-443F-86E4-2AE420D11A3D}" dt="2026-09-01T02:03:09.637" v="2998" actId="20577"/>
          <ac:spMkLst>
            <pc:docMk/>
            <pc:sldMk cId="301317305" sldId="269"/>
            <ac:spMk id="59" creationId="{B4252553-B12C-432C-82FE-BB01BEBF0C7A}"/>
          </ac:spMkLst>
        </pc:spChg>
        <pc:spChg chg="add mod">
          <ac:chgData name="Hsu Hlaing Hnin" userId="5aad8f8e78eef6e5" providerId="LiveId" clId="{9758AD28-1A7F-443F-86E4-2AE420D11A3D}" dt="2026-09-01T02:03:16.700" v="3004" actId="20577"/>
          <ac:spMkLst>
            <pc:docMk/>
            <pc:sldMk cId="301317305" sldId="269"/>
            <ac:spMk id="60" creationId="{6847FFEF-396D-4E6B-B7CE-ECE9366388F1}"/>
          </ac:spMkLst>
        </pc:spChg>
        <pc:spChg chg="add mod">
          <ac:chgData name="Hsu Hlaing Hnin" userId="5aad8f8e78eef6e5" providerId="LiveId" clId="{9758AD28-1A7F-443F-86E4-2AE420D11A3D}" dt="2026-09-01T01:54:01.912" v="2960" actId="1076"/>
          <ac:spMkLst>
            <pc:docMk/>
            <pc:sldMk cId="301317305" sldId="269"/>
            <ac:spMk id="67" creationId="{33F193DF-118B-4F46-B7E4-EC043EEBE3E7}"/>
          </ac:spMkLst>
        </pc:spChg>
        <pc:spChg chg="add mod">
          <ac:chgData name="Hsu Hlaing Hnin" userId="5aad8f8e78eef6e5" providerId="LiveId" clId="{9758AD28-1A7F-443F-86E4-2AE420D11A3D}" dt="2026-09-01T01:54:01.912" v="2960" actId="1076"/>
          <ac:spMkLst>
            <pc:docMk/>
            <pc:sldMk cId="301317305" sldId="269"/>
            <ac:spMk id="68" creationId="{295F75E6-84E7-4BEB-B08C-60755C8119A8}"/>
          </ac:spMkLst>
        </pc:spChg>
        <pc:spChg chg="add mod">
          <ac:chgData name="Hsu Hlaing Hnin" userId="5aad8f8e78eef6e5" providerId="LiveId" clId="{9758AD28-1A7F-443F-86E4-2AE420D11A3D}" dt="2026-09-01T02:09:43.356" v="3038" actId="207"/>
          <ac:spMkLst>
            <pc:docMk/>
            <pc:sldMk cId="301317305" sldId="269"/>
            <ac:spMk id="69" creationId="{7284BF09-4557-41C0-879B-F65B0B71C9F1}"/>
          </ac:spMkLst>
        </pc:spChg>
        <pc:spChg chg="add mod">
          <ac:chgData name="Hsu Hlaing Hnin" userId="5aad8f8e78eef6e5" providerId="LiveId" clId="{9758AD28-1A7F-443F-86E4-2AE420D11A3D}" dt="2026-09-01T01:54:16.925" v="2961" actId="1076"/>
          <ac:spMkLst>
            <pc:docMk/>
            <pc:sldMk cId="301317305" sldId="269"/>
            <ac:spMk id="70" creationId="{97F1F26A-298E-47CE-8EAE-A9AC06E98384}"/>
          </ac:spMkLst>
        </pc:spChg>
        <pc:spChg chg="add mod">
          <ac:chgData name="Hsu Hlaing Hnin" userId="5aad8f8e78eef6e5" providerId="LiveId" clId="{9758AD28-1A7F-443F-86E4-2AE420D11A3D}" dt="2026-09-01T01:54:16.925" v="2961" actId="1076"/>
          <ac:spMkLst>
            <pc:docMk/>
            <pc:sldMk cId="301317305" sldId="269"/>
            <ac:spMk id="71" creationId="{05E8475E-D407-4F15-8129-3328ABE98B4F}"/>
          </ac:spMkLst>
        </pc:spChg>
        <pc:spChg chg="add mod">
          <ac:chgData name="Hsu Hlaing Hnin" userId="5aad8f8e78eef6e5" providerId="LiveId" clId="{9758AD28-1A7F-443F-86E4-2AE420D11A3D}" dt="2026-09-01T02:09:47.883" v="3039" actId="207"/>
          <ac:spMkLst>
            <pc:docMk/>
            <pc:sldMk cId="301317305" sldId="269"/>
            <ac:spMk id="72" creationId="{0C3A7350-8111-41F5-94B1-EC42B94BA810}"/>
          </ac:spMkLst>
        </pc:spChg>
        <pc:spChg chg="add del mod">
          <ac:chgData name="Hsu Hlaing Hnin" userId="5aad8f8e78eef6e5" providerId="LiveId" clId="{9758AD28-1A7F-443F-86E4-2AE420D11A3D}" dt="2026-09-01T02:02:53.030" v="2987"/>
          <ac:spMkLst>
            <pc:docMk/>
            <pc:sldMk cId="301317305" sldId="269"/>
            <ac:spMk id="73" creationId="{77184B57-B86B-4326-AD3B-986B8F60CE75}"/>
          </ac:spMkLst>
        </pc:spChg>
        <pc:spChg chg="add del mod">
          <ac:chgData name="Hsu Hlaing Hnin" userId="5aad8f8e78eef6e5" providerId="LiveId" clId="{9758AD28-1A7F-443F-86E4-2AE420D11A3D}" dt="2026-09-01T02:03:24.077" v="3005" actId="478"/>
          <ac:spMkLst>
            <pc:docMk/>
            <pc:sldMk cId="301317305" sldId="269"/>
            <ac:spMk id="74" creationId="{C3FFCD0B-A347-44DC-AA9C-0C8EBB842AFE}"/>
          </ac:spMkLst>
        </pc:spChg>
        <pc:spChg chg="add del mod">
          <ac:chgData name="Hsu Hlaing Hnin" userId="5aad8f8e78eef6e5" providerId="LiveId" clId="{9758AD28-1A7F-443F-86E4-2AE420D11A3D}" dt="2026-09-01T02:03:46.297" v="3008" actId="478"/>
          <ac:spMkLst>
            <pc:docMk/>
            <pc:sldMk cId="301317305" sldId="269"/>
            <ac:spMk id="75" creationId="{BFA54D44-D4BC-4185-A3A2-07183522C1E4}"/>
          </ac:spMkLst>
        </pc:spChg>
        <pc:spChg chg="add del mod">
          <ac:chgData name="Hsu Hlaing Hnin" userId="5aad8f8e78eef6e5" providerId="LiveId" clId="{9758AD28-1A7F-443F-86E4-2AE420D11A3D}" dt="2026-09-01T02:03:51.153" v="3009" actId="478"/>
          <ac:spMkLst>
            <pc:docMk/>
            <pc:sldMk cId="301317305" sldId="269"/>
            <ac:spMk id="76" creationId="{2D04B780-31E8-4175-8CFE-56997A8C3A14}"/>
          </ac:spMkLst>
        </pc:spChg>
        <pc:spChg chg="add del mod">
          <ac:chgData name="Hsu Hlaing Hnin" userId="5aad8f8e78eef6e5" providerId="LiveId" clId="{9758AD28-1A7F-443F-86E4-2AE420D11A3D}" dt="2026-09-01T02:03:55.349" v="3010" actId="478"/>
          <ac:spMkLst>
            <pc:docMk/>
            <pc:sldMk cId="301317305" sldId="269"/>
            <ac:spMk id="77" creationId="{167C6598-17C9-4025-A880-B1EC97B7A175}"/>
          </ac:spMkLst>
        </pc:spChg>
        <pc:spChg chg="add del mod">
          <ac:chgData name="Hsu Hlaing Hnin" userId="5aad8f8e78eef6e5" providerId="LiveId" clId="{9758AD28-1A7F-443F-86E4-2AE420D11A3D}" dt="2026-09-01T02:03:59.051" v="3011" actId="478"/>
          <ac:spMkLst>
            <pc:docMk/>
            <pc:sldMk cId="301317305" sldId="269"/>
            <ac:spMk id="78" creationId="{FAB2FCCF-03C6-4D9C-B23C-065AF19A0312}"/>
          </ac:spMkLst>
        </pc:spChg>
        <pc:spChg chg="add del mod">
          <ac:chgData name="Hsu Hlaing Hnin" userId="5aad8f8e78eef6e5" providerId="LiveId" clId="{9758AD28-1A7F-443F-86E4-2AE420D11A3D}" dt="2026-09-01T02:04:03.527" v="3012" actId="478"/>
          <ac:spMkLst>
            <pc:docMk/>
            <pc:sldMk cId="301317305" sldId="269"/>
            <ac:spMk id="80" creationId="{86C6CD99-967C-4BA4-AA48-53609A75D9AD}"/>
          </ac:spMkLst>
        </pc:spChg>
        <pc:grpChg chg="add mod">
          <ac:chgData name="Hsu Hlaing Hnin" userId="5aad8f8e78eef6e5" providerId="LiveId" clId="{9758AD28-1A7F-443F-86E4-2AE420D11A3D}" dt="2026-09-01T00:14:46.873" v="2535" actId="1036"/>
          <ac:grpSpMkLst>
            <pc:docMk/>
            <pc:sldMk cId="301317305" sldId="269"/>
            <ac:grpSpMk id="4" creationId="{40AE5694-13CE-45C2-99AF-8D7F76BDCB2A}"/>
          </ac:grpSpMkLst>
        </pc:grpChg>
        <pc:grpChg chg="mod">
          <ac:chgData name="Hsu Hlaing Hnin" userId="5aad8f8e78eef6e5" providerId="LiveId" clId="{9758AD28-1A7F-443F-86E4-2AE420D11A3D}" dt="2026-09-01T00:03:16.910" v="2251"/>
          <ac:grpSpMkLst>
            <pc:docMk/>
            <pc:sldMk cId="301317305" sldId="269"/>
            <ac:grpSpMk id="5" creationId="{DB57898D-E113-4EC7-B8B3-53518C500DC3}"/>
          </ac:grpSpMkLst>
        </pc:grpChg>
        <pc:grpChg chg="add mod">
          <ac:chgData name="Hsu Hlaing Hnin" userId="5aad8f8e78eef6e5" providerId="LiveId" clId="{9758AD28-1A7F-443F-86E4-2AE420D11A3D}" dt="2026-09-01T00:14:46.873" v="2535" actId="1036"/>
          <ac:grpSpMkLst>
            <pc:docMk/>
            <pc:sldMk cId="301317305" sldId="269"/>
            <ac:grpSpMk id="10" creationId="{E3259C8E-70E9-4DC0-B323-3939F9167A47}"/>
          </ac:grpSpMkLst>
        </pc:grpChg>
        <pc:grpChg chg="mod">
          <ac:chgData name="Hsu Hlaing Hnin" userId="5aad8f8e78eef6e5" providerId="LiveId" clId="{9758AD28-1A7F-443F-86E4-2AE420D11A3D}" dt="2026-09-01T00:12:07.504" v="2439"/>
          <ac:grpSpMkLst>
            <pc:docMk/>
            <pc:sldMk cId="301317305" sldId="269"/>
            <ac:grpSpMk id="11" creationId="{C74250F2-B607-4740-8C85-625EFE3294B0}"/>
          </ac:grpSpMkLst>
        </pc:grpChg>
        <pc:grpChg chg="add mod">
          <ac:chgData name="Hsu Hlaing Hnin" userId="5aad8f8e78eef6e5" providerId="LiveId" clId="{9758AD28-1A7F-443F-86E4-2AE420D11A3D}" dt="2026-09-01T00:14:46.873" v="2535" actId="1036"/>
          <ac:grpSpMkLst>
            <pc:docMk/>
            <pc:sldMk cId="301317305" sldId="269"/>
            <ac:grpSpMk id="15" creationId="{7B89A5F9-0330-42CB-9761-CB325418B4CD}"/>
          </ac:grpSpMkLst>
        </pc:grpChg>
        <pc:grpChg chg="mod">
          <ac:chgData name="Hsu Hlaing Hnin" userId="5aad8f8e78eef6e5" providerId="LiveId" clId="{9758AD28-1A7F-443F-86E4-2AE420D11A3D}" dt="2026-09-01T00:12:58.496" v="2501"/>
          <ac:grpSpMkLst>
            <pc:docMk/>
            <pc:sldMk cId="301317305" sldId="269"/>
            <ac:grpSpMk id="16" creationId="{DAA9C813-F0CC-476E-9FEB-F1FFAFA9508C}"/>
          </ac:grpSpMkLst>
        </pc:grpChg>
        <pc:grpChg chg="add mod">
          <ac:chgData name="Hsu Hlaing Hnin" userId="5aad8f8e78eef6e5" providerId="LiveId" clId="{9758AD28-1A7F-443F-86E4-2AE420D11A3D}" dt="2026-09-01T01:52:56.888" v="2955" actId="1076"/>
          <ac:grpSpMkLst>
            <pc:docMk/>
            <pc:sldMk cId="301317305" sldId="269"/>
            <ac:grpSpMk id="24" creationId="{81E2970D-8290-4DDB-BA4B-F65B06E6890D}"/>
          </ac:grpSpMkLst>
        </pc:grpChg>
        <pc:grpChg chg="add del mod">
          <ac:chgData name="Hsu Hlaing Hnin" userId="5aad8f8e78eef6e5" providerId="LiveId" clId="{9758AD28-1A7F-443F-86E4-2AE420D11A3D}" dt="2026-09-01T01:48:29.169" v="2869" actId="478"/>
          <ac:grpSpMkLst>
            <pc:docMk/>
            <pc:sldMk cId="301317305" sldId="269"/>
            <ac:grpSpMk id="27" creationId="{9C0DD7F5-80ED-41EC-8C29-AD7F991225A5}"/>
          </ac:grpSpMkLst>
        </pc:grpChg>
        <pc:grpChg chg="add mod">
          <ac:chgData name="Hsu Hlaing Hnin" userId="5aad8f8e78eef6e5" providerId="LiveId" clId="{9758AD28-1A7F-443F-86E4-2AE420D11A3D}" dt="2026-09-01T01:48:48.282" v="2871" actId="1076"/>
          <ac:grpSpMkLst>
            <pc:docMk/>
            <pc:sldMk cId="301317305" sldId="269"/>
            <ac:grpSpMk id="51" creationId="{FA4C0962-7A47-4C1D-80F6-2F1AB2B5B8D8}"/>
          </ac:grpSpMkLst>
        </pc:grpChg>
        <pc:picChg chg="add mod">
          <ac:chgData name="Hsu Hlaing Hnin" userId="5aad8f8e78eef6e5" providerId="LiveId" clId="{9758AD28-1A7F-443F-86E4-2AE420D11A3D}" dt="2026-08-31T21:42:55.693" v="2224"/>
          <ac:picMkLst>
            <pc:docMk/>
            <pc:sldMk cId="301317305" sldId="269"/>
            <ac:picMk id="2" creationId="{479478B1-6442-43A8-8CB9-0006392C3F59}"/>
          </ac:picMkLst>
        </pc:picChg>
        <pc:picChg chg="add mod">
          <ac:chgData name="Hsu Hlaing Hnin" userId="5aad8f8e78eef6e5" providerId="LiveId" clId="{9758AD28-1A7F-443F-86E4-2AE420D11A3D}" dt="2026-09-01T01:42:41.580" v="2829" actId="208"/>
          <ac:picMkLst>
            <pc:docMk/>
            <pc:sldMk cId="301317305" sldId="269"/>
            <ac:picMk id="21" creationId="{69AFD1CB-E64F-4EC3-AD43-0AAA0F54D67C}"/>
          </ac:picMkLst>
        </pc:picChg>
        <pc:picChg chg="add mod">
          <ac:chgData name="Hsu Hlaing Hnin" userId="5aad8f8e78eef6e5" providerId="LiveId" clId="{9758AD28-1A7F-443F-86E4-2AE420D11A3D}" dt="2026-09-01T01:42:56.567" v="2832" actId="14100"/>
          <ac:picMkLst>
            <pc:docMk/>
            <pc:sldMk cId="301317305" sldId="269"/>
            <ac:picMk id="23" creationId="{A96106DF-27FA-408E-A61F-12AEDC8D81D4}"/>
          </ac:picMkLst>
        </pc:picChg>
        <pc:picChg chg="add mod modCrop">
          <ac:chgData name="Hsu Hlaing Hnin" userId="5aad8f8e78eef6e5" providerId="LiveId" clId="{9758AD28-1A7F-443F-86E4-2AE420D11A3D}" dt="2026-09-01T01:48:48.282" v="2871" actId="1076"/>
          <ac:picMkLst>
            <pc:docMk/>
            <pc:sldMk cId="301317305" sldId="269"/>
            <ac:picMk id="43" creationId="{F49F9240-24F0-42AD-BE10-42AF728B4FAD}"/>
          </ac:picMkLst>
        </pc:picChg>
        <pc:picChg chg="add mod">
          <ac:chgData name="Hsu Hlaing Hnin" userId="5aad8f8e78eef6e5" providerId="LiveId" clId="{9758AD28-1A7F-443F-86E4-2AE420D11A3D}" dt="2026-09-01T01:48:48.282" v="2871" actId="1076"/>
          <ac:picMkLst>
            <pc:docMk/>
            <pc:sldMk cId="301317305" sldId="269"/>
            <ac:picMk id="45" creationId="{25DCE9D6-D97E-47C5-82E4-8ADF4A842F7A}"/>
          </ac:picMkLst>
        </pc:picChg>
        <pc:picChg chg="add del mod">
          <ac:chgData name="Hsu Hlaing Hnin" userId="5aad8f8e78eef6e5" providerId="LiveId" clId="{9758AD28-1A7F-443F-86E4-2AE420D11A3D}" dt="2026-09-01T01:25:09.207" v="2713" actId="478"/>
          <ac:picMkLst>
            <pc:docMk/>
            <pc:sldMk cId="301317305" sldId="269"/>
            <ac:picMk id="47" creationId="{D89D8A67-BEE4-4566-9101-D1D8CAD8A6EB}"/>
          </ac:picMkLst>
        </pc:picChg>
        <pc:picChg chg="add mod modCrop">
          <ac:chgData name="Hsu Hlaing Hnin" userId="5aad8f8e78eef6e5" providerId="LiveId" clId="{9758AD28-1A7F-443F-86E4-2AE420D11A3D}" dt="2026-09-01T01:48:48.282" v="2871" actId="1076"/>
          <ac:picMkLst>
            <pc:docMk/>
            <pc:sldMk cId="301317305" sldId="269"/>
            <ac:picMk id="48" creationId="{5CB651CD-5AAD-4466-81FB-C3FD07377AC6}"/>
          </ac:picMkLst>
        </pc:picChg>
        <pc:picChg chg="add mod">
          <ac:chgData name="Hsu Hlaing Hnin" userId="5aad8f8e78eef6e5" providerId="LiveId" clId="{9758AD28-1A7F-443F-86E4-2AE420D11A3D}" dt="2026-09-01T01:48:48.282" v="2871" actId="1076"/>
          <ac:picMkLst>
            <pc:docMk/>
            <pc:sldMk cId="301317305" sldId="269"/>
            <ac:picMk id="50" creationId="{94E1BB97-9DA3-4FF3-BEB0-A92AA4BF3873}"/>
          </ac:picMkLst>
        </pc:picChg>
        <pc:picChg chg="add del mod">
          <ac:chgData name="Hsu Hlaing Hnin" userId="5aad8f8e78eef6e5" providerId="LiveId" clId="{9758AD28-1A7F-443F-86E4-2AE420D11A3D}" dt="2026-09-01T01:03:14.988" v="2554"/>
          <ac:picMkLst>
            <pc:docMk/>
            <pc:sldMk cId="301317305" sldId="269"/>
            <ac:picMk id="3074" creationId="{A15BD543-6727-4051-B726-F8A8D7B63408}"/>
          </ac:picMkLst>
        </pc:picChg>
        <pc:picChg chg="add mod">
          <ac:chgData name="Hsu Hlaing Hnin" userId="5aad8f8e78eef6e5" providerId="LiveId" clId="{9758AD28-1A7F-443F-86E4-2AE420D11A3D}" dt="2026-09-01T01:48:48.282" v="2871" actId="1076"/>
          <ac:picMkLst>
            <pc:docMk/>
            <pc:sldMk cId="301317305" sldId="269"/>
            <ac:picMk id="3076" creationId="{F25311AD-F110-4D2C-86B4-97565854CADE}"/>
          </ac:picMkLst>
        </pc:picChg>
        <pc:picChg chg="add mod">
          <ac:chgData name="Hsu Hlaing Hnin" userId="5aad8f8e78eef6e5" providerId="LiveId" clId="{9758AD28-1A7F-443F-86E4-2AE420D11A3D}" dt="2026-09-01T01:48:48.282" v="2871" actId="1076"/>
          <ac:picMkLst>
            <pc:docMk/>
            <pc:sldMk cId="301317305" sldId="269"/>
            <ac:picMk id="3078" creationId="{0A529892-C9BA-4567-BA3A-F31708D88861}"/>
          </ac:picMkLst>
        </pc:picChg>
        <pc:picChg chg="add mod">
          <ac:chgData name="Hsu Hlaing Hnin" userId="5aad8f8e78eef6e5" providerId="LiveId" clId="{9758AD28-1A7F-443F-86E4-2AE420D11A3D}" dt="2026-09-01T03:11:22.855" v="3694" actId="1037"/>
          <ac:picMkLst>
            <pc:docMk/>
            <pc:sldMk cId="301317305" sldId="269"/>
            <ac:picMk id="3080" creationId="{A52007DD-1042-4EA8-B22B-A2EB8EB6D762}"/>
          </ac:picMkLst>
        </pc:picChg>
        <pc:cxnChg chg="add mod">
          <ac:chgData name="Hsu Hlaing Hnin" userId="5aad8f8e78eef6e5" providerId="LiveId" clId="{9758AD28-1A7F-443F-86E4-2AE420D11A3D}" dt="2026-09-01T01:51:36.290" v="2944" actId="208"/>
          <ac:cxnSpMkLst>
            <pc:docMk/>
            <pc:sldMk cId="301317305" sldId="269"/>
            <ac:cxnSpMk id="53" creationId="{F6F71F67-FB20-4429-999F-0CB6AE2F2148}"/>
          </ac:cxnSpMkLst>
        </pc:cxnChg>
        <pc:cxnChg chg="add mod">
          <ac:chgData name="Hsu Hlaing Hnin" userId="5aad8f8e78eef6e5" providerId="LiveId" clId="{9758AD28-1A7F-443F-86E4-2AE420D11A3D}" dt="2026-09-01T01:51:42.912" v="2946" actId="1076"/>
          <ac:cxnSpMkLst>
            <pc:docMk/>
            <pc:sldMk cId="301317305" sldId="269"/>
            <ac:cxnSpMk id="63" creationId="{29C18B5F-C7FF-44B1-B121-4A7FE0EE98C5}"/>
          </ac:cxnSpMkLst>
        </pc:cxnChg>
        <pc:cxnChg chg="add mod">
          <ac:chgData name="Hsu Hlaing Hnin" userId="5aad8f8e78eef6e5" providerId="LiveId" clId="{9758AD28-1A7F-443F-86E4-2AE420D11A3D}" dt="2026-09-01T01:51:55.849" v="2948" actId="1076"/>
          <ac:cxnSpMkLst>
            <pc:docMk/>
            <pc:sldMk cId="301317305" sldId="269"/>
            <ac:cxnSpMk id="64" creationId="{B14B269A-F80D-462A-941E-367389B32603}"/>
          </ac:cxnSpMkLst>
        </pc:cxnChg>
        <pc:cxnChg chg="add mod">
          <ac:chgData name="Hsu Hlaing Hnin" userId="5aad8f8e78eef6e5" providerId="LiveId" clId="{9758AD28-1A7F-443F-86E4-2AE420D11A3D}" dt="2026-09-01T01:52:05.285" v="2950" actId="1076"/>
          <ac:cxnSpMkLst>
            <pc:docMk/>
            <pc:sldMk cId="301317305" sldId="269"/>
            <ac:cxnSpMk id="65" creationId="{35D2C032-9B30-46F9-994D-928E2867DA92}"/>
          </ac:cxnSpMkLst>
        </pc:cxnChg>
        <pc:cxnChg chg="add mod">
          <ac:chgData name="Hsu Hlaing Hnin" userId="5aad8f8e78eef6e5" providerId="LiveId" clId="{9758AD28-1A7F-443F-86E4-2AE420D11A3D}" dt="2026-09-01T01:52:15.840" v="2952" actId="1076"/>
          <ac:cxnSpMkLst>
            <pc:docMk/>
            <pc:sldMk cId="301317305" sldId="269"/>
            <ac:cxnSpMk id="66" creationId="{28FF8432-BFC8-4FE0-ADE8-3E3580D1336C}"/>
          </ac:cxnSpMkLst>
        </pc:cxnChg>
      </pc:sldChg>
      <pc:sldChg chg="addSp delSp modSp new mod ord">
        <pc:chgData name="Hsu Hlaing Hnin" userId="5aad8f8e78eef6e5" providerId="LiveId" clId="{9758AD28-1A7F-443F-86E4-2AE420D11A3D}" dt="2026-09-01T03:51:13.643" v="4019" actId="113"/>
        <pc:sldMkLst>
          <pc:docMk/>
          <pc:sldMk cId="3055294650" sldId="270"/>
        </pc:sldMkLst>
        <pc:spChg chg="add mod">
          <ac:chgData name="Hsu Hlaing Hnin" userId="5aad8f8e78eef6e5" providerId="LiveId" clId="{9758AD28-1A7F-443F-86E4-2AE420D11A3D}" dt="2026-09-01T03:12:53.895" v="3715" actId="20577"/>
          <ac:spMkLst>
            <pc:docMk/>
            <pc:sldMk cId="3055294650" sldId="270"/>
            <ac:spMk id="3" creationId="{84CF52EC-D428-4D1F-ACA5-1CD94D18D752}"/>
          </ac:spMkLst>
        </pc:spChg>
        <pc:spChg chg="add mod">
          <ac:chgData name="Hsu Hlaing Hnin" userId="5aad8f8e78eef6e5" providerId="LiveId" clId="{9758AD28-1A7F-443F-86E4-2AE420D11A3D}" dt="2026-09-01T02:42:55.910" v="3314" actId="164"/>
          <ac:spMkLst>
            <pc:docMk/>
            <pc:sldMk cId="3055294650" sldId="270"/>
            <ac:spMk id="4" creationId="{89F5C0D4-E176-40D6-99AC-863E291D359D}"/>
          </ac:spMkLst>
        </pc:spChg>
        <pc:spChg chg="add mod">
          <ac:chgData name="Hsu Hlaing Hnin" userId="5aad8f8e78eef6e5" providerId="LiveId" clId="{9758AD28-1A7F-443F-86E4-2AE420D11A3D}" dt="2026-09-01T02:42:55.910" v="3314" actId="164"/>
          <ac:spMkLst>
            <pc:docMk/>
            <pc:sldMk cId="3055294650" sldId="270"/>
            <ac:spMk id="5" creationId="{580E0A25-2423-4A12-B049-42664686EC06}"/>
          </ac:spMkLst>
        </pc:spChg>
        <pc:spChg chg="add mod">
          <ac:chgData name="Hsu Hlaing Hnin" userId="5aad8f8e78eef6e5" providerId="LiveId" clId="{9758AD28-1A7F-443F-86E4-2AE420D11A3D}" dt="2026-09-01T02:42:55.910" v="3314" actId="164"/>
          <ac:spMkLst>
            <pc:docMk/>
            <pc:sldMk cId="3055294650" sldId="270"/>
            <ac:spMk id="6" creationId="{43F2F911-1368-4743-B9D7-AF99BF650AED}"/>
          </ac:spMkLst>
        </pc:spChg>
        <pc:spChg chg="add mod">
          <ac:chgData name="Hsu Hlaing Hnin" userId="5aad8f8e78eef6e5" providerId="LiveId" clId="{9758AD28-1A7F-443F-86E4-2AE420D11A3D}" dt="2026-09-01T02:42:55.910" v="3314" actId="164"/>
          <ac:spMkLst>
            <pc:docMk/>
            <pc:sldMk cId="3055294650" sldId="270"/>
            <ac:spMk id="7" creationId="{6E2B8728-99ED-487A-A5E7-AF5B4A70A5F5}"/>
          </ac:spMkLst>
        </pc:spChg>
        <pc:spChg chg="add mod">
          <ac:chgData name="Hsu Hlaing Hnin" userId="5aad8f8e78eef6e5" providerId="LiveId" clId="{9758AD28-1A7F-443F-86E4-2AE420D11A3D}" dt="2026-09-01T02:42:55.910" v="3314" actId="164"/>
          <ac:spMkLst>
            <pc:docMk/>
            <pc:sldMk cId="3055294650" sldId="270"/>
            <ac:spMk id="8" creationId="{33522D15-2FE1-4CA7-B08A-3D4CCD8D56DD}"/>
          </ac:spMkLst>
        </pc:spChg>
        <pc:spChg chg="add mod">
          <ac:chgData name="Hsu Hlaing Hnin" userId="5aad8f8e78eef6e5" providerId="LiveId" clId="{9758AD28-1A7F-443F-86E4-2AE420D11A3D}" dt="2026-09-01T02:42:55.910" v="3314" actId="164"/>
          <ac:spMkLst>
            <pc:docMk/>
            <pc:sldMk cId="3055294650" sldId="270"/>
            <ac:spMk id="9" creationId="{7D293DEE-C865-4A04-AF37-C19AE382A68F}"/>
          </ac:spMkLst>
        </pc:spChg>
        <pc:spChg chg="add mod">
          <ac:chgData name="Hsu Hlaing Hnin" userId="5aad8f8e78eef6e5" providerId="LiveId" clId="{9758AD28-1A7F-443F-86E4-2AE420D11A3D}" dt="2026-09-01T02:42:55.910" v="3314" actId="164"/>
          <ac:spMkLst>
            <pc:docMk/>
            <pc:sldMk cId="3055294650" sldId="270"/>
            <ac:spMk id="10" creationId="{03EE8BA5-7C42-4B0D-8394-C31D6ED6177B}"/>
          </ac:spMkLst>
        </pc:spChg>
        <pc:spChg chg="add mod">
          <ac:chgData name="Hsu Hlaing Hnin" userId="5aad8f8e78eef6e5" providerId="LiveId" clId="{9758AD28-1A7F-443F-86E4-2AE420D11A3D}" dt="2026-09-01T02:42:55.910" v="3314" actId="164"/>
          <ac:spMkLst>
            <pc:docMk/>
            <pc:sldMk cId="3055294650" sldId="270"/>
            <ac:spMk id="11" creationId="{EC2B6FE8-2E40-4436-8158-E0AD62B554F9}"/>
          </ac:spMkLst>
        </pc:spChg>
        <pc:spChg chg="add mod">
          <ac:chgData name="Hsu Hlaing Hnin" userId="5aad8f8e78eef6e5" providerId="LiveId" clId="{9758AD28-1A7F-443F-86E4-2AE420D11A3D}" dt="2026-09-01T02:42:55.910" v="3314" actId="164"/>
          <ac:spMkLst>
            <pc:docMk/>
            <pc:sldMk cId="3055294650" sldId="270"/>
            <ac:spMk id="12" creationId="{47F9B2AA-1A7B-4F0B-8D05-A87FEA675649}"/>
          </ac:spMkLst>
        </pc:spChg>
        <pc:spChg chg="add del mod">
          <ac:chgData name="Hsu Hlaing Hnin" userId="5aad8f8e78eef6e5" providerId="LiveId" clId="{9758AD28-1A7F-443F-86E4-2AE420D11A3D}" dt="2026-09-01T02:25:14.235" v="3193" actId="478"/>
          <ac:spMkLst>
            <pc:docMk/>
            <pc:sldMk cId="3055294650" sldId="270"/>
            <ac:spMk id="13" creationId="{61B88652-B934-4E5C-A6F4-D18B57784B6C}"/>
          </ac:spMkLst>
        </pc:spChg>
        <pc:spChg chg="add del mod">
          <ac:chgData name="Hsu Hlaing Hnin" userId="5aad8f8e78eef6e5" providerId="LiveId" clId="{9758AD28-1A7F-443F-86E4-2AE420D11A3D}" dt="2026-09-01T02:25:18.155" v="3194" actId="478"/>
          <ac:spMkLst>
            <pc:docMk/>
            <pc:sldMk cId="3055294650" sldId="270"/>
            <ac:spMk id="14" creationId="{A54FFCCD-E71C-4CD6-8C2E-3D6C557AE459}"/>
          </ac:spMkLst>
        </pc:spChg>
        <pc:spChg chg="add del mod">
          <ac:chgData name="Hsu Hlaing Hnin" userId="5aad8f8e78eef6e5" providerId="LiveId" clId="{9758AD28-1A7F-443F-86E4-2AE420D11A3D}" dt="2026-09-01T02:25:21.023" v="3195" actId="478"/>
          <ac:spMkLst>
            <pc:docMk/>
            <pc:sldMk cId="3055294650" sldId="270"/>
            <ac:spMk id="15" creationId="{7C6D6A16-7063-4787-A18B-BA8F030637A9}"/>
          </ac:spMkLst>
        </pc:spChg>
        <pc:spChg chg="mod">
          <ac:chgData name="Hsu Hlaing Hnin" userId="5aad8f8e78eef6e5" providerId="LiveId" clId="{9758AD28-1A7F-443F-86E4-2AE420D11A3D}" dt="2026-09-01T02:25:21.600" v="3196"/>
          <ac:spMkLst>
            <pc:docMk/>
            <pc:sldMk cId="3055294650" sldId="270"/>
            <ac:spMk id="18" creationId="{9B9E7142-C631-424F-924A-1ED3E181378D}"/>
          </ac:spMkLst>
        </pc:spChg>
        <pc:spChg chg="mod">
          <ac:chgData name="Hsu Hlaing Hnin" userId="5aad8f8e78eef6e5" providerId="LiveId" clId="{9758AD28-1A7F-443F-86E4-2AE420D11A3D}" dt="2026-09-01T02:25:21.600" v="3196"/>
          <ac:spMkLst>
            <pc:docMk/>
            <pc:sldMk cId="3055294650" sldId="270"/>
            <ac:spMk id="19" creationId="{836BD76F-E910-42C3-AB74-32E3ED7FA82F}"/>
          </ac:spMkLst>
        </pc:spChg>
        <pc:spChg chg="mod">
          <ac:chgData name="Hsu Hlaing Hnin" userId="5aad8f8e78eef6e5" providerId="LiveId" clId="{9758AD28-1A7F-443F-86E4-2AE420D11A3D}" dt="2026-09-01T02:25:56.472" v="3207" actId="20577"/>
          <ac:spMkLst>
            <pc:docMk/>
            <pc:sldMk cId="3055294650" sldId="270"/>
            <ac:spMk id="20" creationId="{653CCA41-1C8A-4214-9DD0-FA539A9745A4}"/>
          </ac:spMkLst>
        </pc:spChg>
        <pc:spChg chg="add del mod">
          <ac:chgData name="Hsu Hlaing Hnin" userId="5aad8f8e78eef6e5" providerId="LiveId" clId="{9758AD28-1A7F-443F-86E4-2AE420D11A3D}" dt="2026-09-01T02:28:43.521" v="3214" actId="478"/>
          <ac:spMkLst>
            <pc:docMk/>
            <pc:sldMk cId="3055294650" sldId="270"/>
            <ac:spMk id="21" creationId="{267A8797-ECBF-492B-A30B-B13E1AB1FCA9}"/>
          </ac:spMkLst>
        </pc:spChg>
        <pc:grpChg chg="add mod">
          <ac:chgData name="Hsu Hlaing Hnin" userId="5aad8f8e78eef6e5" providerId="LiveId" clId="{9758AD28-1A7F-443F-86E4-2AE420D11A3D}" dt="2026-09-01T02:42:55.910" v="3314" actId="164"/>
          <ac:grpSpMkLst>
            <pc:docMk/>
            <pc:sldMk cId="3055294650" sldId="270"/>
            <ac:grpSpMk id="17" creationId="{1C1AD91D-D0AE-4C35-ACB1-682ADD9D5442}"/>
          </ac:grpSpMkLst>
        </pc:grpChg>
        <pc:grpChg chg="add mod">
          <ac:chgData name="Hsu Hlaing Hnin" userId="5aad8f8e78eef6e5" providerId="LiveId" clId="{9758AD28-1A7F-443F-86E4-2AE420D11A3D}" dt="2026-09-01T02:43:13.553" v="3317" actId="1076"/>
          <ac:grpSpMkLst>
            <pc:docMk/>
            <pc:sldMk cId="3055294650" sldId="270"/>
            <ac:grpSpMk id="24" creationId="{94C291E8-37AD-4630-8DA4-A9F33A8A1599}"/>
          </ac:grpSpMkLst>
        </pc:grpChg>
        <pc:graphicFrameChg chg="add del mod">
          <ac:chgData name="Hsu Hlaing Hnin" userId="5aad8f8e78eef6e5" providerId="LiveId" clId="{9758AD28-1A7F-443F-86E4-2AE420D11A3D}" dt="2026-09-01T02:31:10.893" v="3229" actId="478"/>
          <ac:graphicFrameMkLst>
            <pc:docMk/>
            <pc:sldMk cId="3055294650" sldId="270"/>
            <ac:graphicFrameMk id="22" creationId="{59DD71EE-70F6-4244-A1B4-29C2891F0E27}"/>
          </ac:graphicFrameMkLst>
        </pc:graphicFrameChg>
        <pc:graphicFrameChg chg="add mod">
          <ac:chgData name="Hsu Hlaing Hnin" userId="5aad8f8e78eef6e5" providerId="LiveId" clId="{9758AD28-1A7F-443F-86E4-2AE420D11A3D}" dt="2026-09-01T03:51:13.643" v="4019" actId="113"/>
          <ac:graphicFrameMkLst>
            <pc:docMk/>
            <pc:sldMk cId="3055294650" sldId="270"/>
            <ac:graphicFrameMk id="23" creationId="{0034B62D-BCC8-47C7-8E03-D873B6C94D1B}"/>
          </ac:graphicFrameMkLst>
        </pc:graphicFrameChg>
        <pc:picChg chg="add mod">
          <ac:chgData name="Hsu Hlaing Hnin" userId="5aad8f8e78eef6e5" providerId="LiveId" clId="{9758AD28-1A7F-443F-86E4-2AE420D11A3D}" dt="2026-09-01T02:07:09.751" v="3023"/>
          <ac:picMkLst>
            <pc:docMk/>
            <pc:sldMk cId="3055294650" sldId="270"/>
            <ac:picMk id="2" creationId="{136E06AD-D3B1-4431-B80A-C8F89D705423}"/>
          </ac:picMkLst>
        </pc:picChg>
        <pc:picChg chg="add mod">
          <ac:chgData name="Hsu Hlaing Hnin" userId="5aad8f8e78eef6e5" providerId="LiveId" clId="{9758AD28-1A7F-443F-86E4-2AE420D11A3D}" dt="2026-09-01T02:43:20.594" v="3318" actId="1076"/>
          <ac:picMkLst>
            <pc:docMk/>
            <pc:sldMk cId="3055294650" sldId="270"/>
            <ac:picMk id="16" creationId="{BBFF2ADA-338B-455A-9004-93B1B9234F47}"/>
          </ac:picMkLst>
        </pc:picChg>
      </pc:sldChg>
      <pc:sldChg chg="add del">
        <pc:chgData name="Hsu Hlaing Hnin" userId="5aad8f8e78eef6e5" providerId="LiveId" clId="{9758AD28-1A7F-443F-86E4-2AE420D11A3D}" dt="2026-09-01T01:21:13.603" v="2679"/>
        <pc:sldMkLst>
          <pc:docMk/>
          <pc:sldMk cId="4294297833" sldId="270"/>
        </pc:sldMkLst>
      </pc:sldChg>
      <pc:sldChg chg="add del">
        <pc:chgData name="Hsu Hlaing Hnin" userId="5aad8f8e78eef6e5" providerId="LiveId" clId="{9758AD28-1A7F-443F-86E4-2AE420D11A3D}" dt="2026-09-01T01:21:13.302" v="2678"/>
        <pc:sldMkLst>
          <pc:docMk/>
          <pc:sldMk cId="187000415" sldId="271"/>
        </pc:sldMkLst>
      </pc:sldChg>
      <pc:sldChg chg="addSp delSp modSp new mod">
        <pc:chgData name="Hsu Hlaing Hnin" userId="5aad8f8e78eef6e5" providerId="LiveId" clId="{9758AD28-1A7F-443F-86E4-2AE420D11A3D}" dt="2026-09-01T20:23:29.727" v="4498" actId="27309"/>
        <pc:sldMkLst>
          <pc:docMk/>
          <pc:sldMk cId="1580464076" sldId="271"/>
        </pc:sldMkLst>
        <pc:spChg chg="add mod">
          <ac:chgData name="Hsu Hlaing Hnin" userId="5aad8f8e78eef6e5" providerId="LiveId" clId="{9758AD28-1A7F-443F-86E4-2AE420D11A3D}" dt="2026-09-01T03:05:48.573" v="3665" actId="1076"/>
          <ac:spMkLst>
            <pc:docMk/>
            <pc:sldMk cId="1580464076" sldId="271"/>
            <ac:spMk id="3" creationId="{99B2DAFE-C3DE-4AD5-8FB0-64E75DC17003}"/>
          </ac:spMkLst>
        </pc:spChg>
        <pc:spChg chg="add del mod">
          <ac:chgData name="Hsu Hlaing Hnin" userId="5aad8f8e78eef6e5" providerId="LiveId" clId="{9758AD28-1A7F-443F-86E4-2AE420D11A3D}" dt="2026-09-01T02:52:02.196" v="3356" actId="478"/>
          <ac:spMkLst>
            <pc:docMk/>
            <pc:sldMk cId="1580464076" sldId="271"/>
            <ac:spMk id="4" creationId="{E2A4DC04-B151-482E-BD61-F5BB368F41CD}"/>
          </ac:spMkLst>
        </pc:spChg>
        <pc:spChg chg="add del mod">
          <ac:chgData name="Hsu Hlaing Hnin" userId="5aad8f8e78eef6e5" providerId="LiveId" clId="{9758AD28-1A7F-443F-86E4-2AE420D11A3D}" dt="2026-09-01T02:52:02.711" v="3357" actId="1076"/>
          <ac:spMkLst>
            <pc:docMk/>
            <pc:sldMk cId="1580464076" sldId="271"/>
            <ac:spMk id="5" creationId="{26B5E317-B7EE-409B-9842-DC3B03EB9AEA}"/>
          </ac:spMkLst>
        </pc:spChg>
        <pc:spChg chg="add mod">
          <ac:chgData name="Hsu Hlaing Hnin" userId="5aad8f8e78eef6e5" providerId="LiveId" clId="{9758AD28-1A7F-443F-86E4-2AE420D11A3D}" dt="2026-09-01T02:52:47.763" v="3392" actId="403"/>
          <ac:spMkLst>
            <pc:docMk/>
            <pc:sldMk cId="1580464076" sldId="271"/>
            <ac:spMk id="6" creationId="{C1DD964B-C5DD-4C94-A6DE-43F9F3598E95}"/>
          </ac:spMkLst>
        </pc:spChg>
        <pc:spChg chg="add del mod">
          <ac:chgData name="Hsu Hlaing Hnin" userId="5aad8f8e78eef6e5" providerId="LiveId" clId="{9758AD28-1A7F-443F-86E4-2AE420D11A3D}" dt="2026-09-01T02:52:55.033" v="3393" actId="478"/>
          <ac:spMkLst>
            <pc:docMk/>
            <pc:sldMk cId="1580464076" sldId="271"/>
            <ac:spMk id="7" creationId="{A2AE1E56-8DF1-492B-8436-4F73A56743F9}"/>
          </ac:spMkLst>
        </pc:spChg>
        <pc:spChg chg="mod">
          <ac:chgData name="Hsu Hlaing Hnin" userId="5aad8f8e78eef6e5" providerId="LiveId" clId="{9758AD28-1A7F-443F-86E4-2AE420D11A3D}" dt="2026-09-01T02:53:30.733" v="3447" actId="6549"/>
          <ac:spMkLst>
            <pc:docMk/>
            <pc:sldMk cId="1580464076" sldId="271"/>
            <ac:spMk id="10" creationId="{81E494CF-45A9-4C86-97E1-429E297FAD01}"/>
          </ac:spMkLst>
        </pc:spChg>
        <pc:spChg chg="del mod">
          <ac:chgData name="Hsu Hlaing Hnin" userId="5aad8f8e78eef6e5" providerId="LiveId" clId="{9758AD28-1A7F-443F-86E4-2AE420D11A3D}" dt="2026-09-01T02:53:17.484" v="3444" actId="478"/>
          <ac:spMkLst>
            <pc:docMk/>
            <pc:sldMk cId="1580464076" sldId="271"/>
            <ac:spMk id="11" creationId="{0140BAB2-6435-4A76-A7D3-5D20A408D7F3}"/>
          </ac:spMkLst>
        </pc:spChg>
        <pc:spChg chg="mod">
          <ac:chgData name="Hsu Hlaing Hnin" userId="5aad8f8e78eef6e5" providerId="LiveId" clId="{9758AD28-1A7F-443F-86E4-2AE420D11A3D}" dt="2026-09-01T02:50:48.042" v="3346"/>
          <ac:spMkLst>
            <pc:docMk/>
            <pc:sldMk cId="1580464076" sldId="271"/>
            <ac:spMk id="12" creationId="{9CBF0F7C-D667-4175-8942-80F6E8A44FA6}"/>
          </ac:spMkLst>
        </pc:spChg>
        <pc:spChg chg="mod">
          <ac:chgData name="Hsu Hlaing Hnin" userId="5aad8f8e78eef6e5" providerId="LiveId" clId="{9758AD28-1A7F-443F-86E4-2AE420D11A3D}" dt="2026-09-01T02:50:48.042" v="3346"/>
          <ac:spMkLst>
            <pc:docMk/>
            <pc:sldMk cId="1580464076" sldId="271"/>
            <ac:spMk id="13" creationId="{0D2370A5-4951-4B2A-A0D4-431922ACAA62}"/>
          </ac:spMkLst>
        </pc:spChg>
        <pc:spChg chg="mod">
          <ac:chgData name="Hsu Hlaing Hnin" userId="5aad8f8e78eef6e5" providerId="LiveId" clId="{9758AD28-1A7F-443F-86E4-2AE420D11A3D}" dt="2026-09-01T02:54:01.865" v="3487" actId="113"/>
          <ac:spMkLst>
            <pc:docMk/>
            <pc:sldMk cId="1580464076" sldId="271"/>
            <ac:spMk id="16" creationId="{391A2600-2A81-487B-9B54-726F47226614}"/>
          </ac:spMkLst>
        </pc:spChg>
        <pc:spChg chg="del mod">
          <ac:chgData name="Hsu Hlaing Hnin" userId="5aad8f8e78eef6e5" providerId="LiveId" clId="{9758AD28-1A7F-443F-86E4-2AE420D11A3D}" dt="2026-09-01T02:54:06.439" v="3488" actId="478"/>
          <ac:spMkLst>
            <pc:docMk/>
            <pc:sldMk cId="1580464076" sldId="271"/>
            <ac:spMk id="17" creationId="{D3377135-33F8-4877-9CCC-F8ED88E41F46}"/>
          </ac:spMkLst>
        </pc:spChg>
        <pc:spChg chg="mod">
          <ac:chgData name="Hsu Hlaing Hnin" userId="5aad8f8e78eef6e5" providerId="LiveId" clId="{9758AD28-1A7F-443F-86E4-2AE420D11A3D}" dt="2026-09-01T02:50:48.042" v="3346"/>
          <ac:spMkLst>
            <pc:docMk/>
            <pc:sldMk cId="1580464076" sldId="271"/>
            <ac:spMk id="18" creationId="{9DE2F0AD-8755-46DC-BA68-F9EB56CB1777}"/>
          </ac:spMkLst>
        </pc:spChg>
        <pc:spChg chg="mod">
          <ac:chgData name="Hsu Hlaing Hnin" userId="5aad8f8e78eef6e5" providerId="LiveId" clId="{9758AD28-1A7F-443F-86E4-2AE420D11A3D}" dt="2026-09-01T02:50:48.042" v="3346"/>
          <ac:spMkLst>
            <pc:docMk/>
            <pc:sldMk cId="1580464076" sldId="271"/>
            <ac:spMk id="19" creationId="{098EC7BF-C2D9-42B4-B21C-D1375B9A3F75}"/>
          </ac:spMkLst>
        </pc:spChg>
        <pc:spChg chg="mod">
          <ac:chgData name="Hsu Hlaing Hnin" userId="5aad8f8e78eef6e5" providerId="LiveId" clId="{9758AD28-1A7F-443F-86E4-2AE420D11A3D}" dt="2026-09-01T02:54:50.362" v="3578" actId="113"/>
          <ac:spMkLst>
            <pc:docMk/>
            <pc:sldMk cId="1580464076" sldId="271"/>
            <ac:spMk id="22" creationId="{835AFE2E-8908-4EF8-BABB-2501CC7F6712}"/>
          </ac:spMkLst>
        </pc:spChg>
        <pc:spChg chg="del mod">
          <ac:chgData name="Hsu Hlaing Hnin" userId="5aad8f8e78eef6e5" providerId="LiveId" clId="{9758AD28-1A7F-443F-86E4-2AE420D11A3D}" dt="2026-09-01T02:54:54.469" v="3579" actId="478"/>
          <ac:spMkLst>
            <pc:docMk/>
            <pc:sldMk cId="1580464076" sldId="271"/>
            <ac:spMk id="23" creationId="{A200F049-4636-4123-934E-2A7E82B92858}"/>
          </ac:spMkLst>
        </pc:spChg>
        <pc:spChg chg="mod">
          <ac:chgData name="Hsu Hlaing Hnin" userId="5aad8f8e78eef6e5" providerId="LiveId" clId="{9758AD28-1A7F-443F-86E4-2AE420D11A3D}" dt="2026-09-01T02:50:48.042" v="3346"/>
          <ac:spMkLst>
            <pc:docMk/>
            <pc:sldMk cId="1580464076" sldId="271"/>
            <ac:spMk id="24" creationId="{0C8D6231-DA2C-4C4D-9071-E4B4718B0EA8}"/>
          </ac:spMkLst>
        </pc:spChg>
        <pc:spChg chg="mod">
          <ac:chgData name="Hsu Hlaing Hnin" userId="5aad8f8e78eef6e5" providerId="LiveId" clId="{9758AD28-1A7F-443F-86E4-2AE420D11A3D}" dt="2026-09-01T02:50:48.042" v="3346"/>
          <ac:spMkLst>
            <pc:docMk/>
            <pc:sldMk cId="1580464076" sldId="271"/>
            <ac:spMk id="25" creationId="{3202A46D-5D48-40BF-871D-E65A7FECFFD3}"/>
          </ac:spMkLst>
        </pc:spChg>
        <pc:spChg chg="mod">
          <ac:chgData name="Hsu Hlaing Hnin" userId="5aad8f8e78eef6e5" providerId="LiveId" clId="{9758AD28-1A7F-443F-86E4-2AE420D11A3D}" dt="2026-09-01T02:55:37.178" v="3641" actId="20577"/>
          <ac:spMkLst>
            <pc:docMk/>
            <pc:sldMk cId="1580464076" sldId="271"/>
            <ac:spMk id="28" creationId="{B3890636-CE35-416F-807A-319482BE6B4D}"/>
          </ac:spMkLst>
        </pc:spChg>
        <pc:spChg chg="mod">
          <ac:chgData name="Hsu Hlaing Hnin" userId="5aad8f8e78eef6e5" providerId="LiveId" clId="{9758AD28-1A7F-443F-86E4-2AE420D11A3D}" dt="2026-09-01T02:54:58.027" v="3580"/>
          <ac:spMkLst>
            <pc:docMk/>
            <pc:sldMk cId="1580464076" sldId="271"/>
            <ac:spMk id="29" creationId="{4E2782D8-5771-45A6-9DDA-B27FD1A4F325}"/>
          </ac:spMkLst>
        </pc:spChg>
        <pc:spChg chg="mod">
          <ac:chgData name="Hsu Hlaing Hnin" userId="5aad8f8e78eef6e5" providerId="LiveId" clId="{9758AD28-1A7F-443F-86E4-2AE420D11A3D}" dt="2026-09-01T02:55:15.121" v="3585" actId="20577"/>
          <ac:spMkLst>
            <pc:docMk/>
            <pc:sldMk cId="1580464076" sldId="271"/>
            <ac:spMk id="30" creationId="{CB959352-BB7E-4CA8-BDDC-429E55D2051F}"/>
          </ac:spMkLst>
        </pc:spChg>
        <pc:grpChg chg="add mod">
          <ac:chgData name="Hsu Hlaing Hnin" userId="5aad8f8e78eef6e5" providerId="LiveId" clId="{9758AD28-1A7F-443F-86E4-2AE420D11A3D}" dt="2026-09-01T02:55:53.022" v="3642" actId="1076"/>
          <ac:grpSpMkLst>
            <pc:docMk/>
            <pc:sldMk cId="1580464076" sldId="271"/>
            <ac:grpSpMk id="8" creationId="{B1E0B9D2-D2AB-4B7F-B2D6-76055132EDCE}"/>
          </ac:grpSpMkLst>
        </pc:grpChg>
        <pc:grpChg chg="mod">
          <ac:chgData name="Hsu Hlaing Hnin" userId="5aad8f8e78eef6e5" providerId="LiveId" clId="{9758AD28-1A7F-443F-86E4-2AE420D11A3D}" dt="2026-09-01T02:50:48.042" v="3346"/>
          <ac:grpSpMkLst>
            <pc:docMk/>
            <pc:sldMk cId="1580464076" sldId="271"/>
            <ac:grpSpMk id="9" creationId="{ACE91546-094A-418A-AFAD-B321529AD188}"/>
          </ac:grpSpMkLst>
        </pc:grpChg>
        <pc:grpChg chg="add mod">
          <ac:chgData name="Hsu Hlaing Hnin" userId="5aad8f8e78eef6e5" providerId="LiveId" clId="{9758AD28-1A7F-443F-86E4-2AE420D11A3D}" dt="2026-09-01T02:55:57.329" v="3643" actId="1076"/>
          <ac:grpSpMkLst>
            <pc:docMk/>
            <pc:sldMk cId="1580464076" sldId="271"/>
            <ac:grpSpMk id="14" creationId="{F106E70A-68A2-488D-B426-F95D2BF40D2D}"/>
          </ac:grpSpMkLst>
        </pc:grpChg>
        <pc:grpChg chg="mod">
          <ac:chgData name="Hsu Hlaing Hnin" userId="5aad8f8e78eef6e5" providerId="LiveId" clId="{9758AD28-1A7F-443F-86E4-2AE420D11A3D}" dt="2026-09-01T02:50:48.042" v="3346"/>
          <ac:grpSpMkLst>
            <pc:docMk/>
            <pc:sldMk cId="1580464076" sldId="271"/>
            <ac:grpSpMk id="15" creationId="{02921645-13E7-4A9D-8959-AE686081A716}"/>
          </ac:grpSpMkLst>
        </pc:grpChg>
        <pc:grpChg chg="add mod">
          <ac:chgData name="Hsu Hlaing Hnin" userId="5aad8f8e78eef6e5" providerId="LiveId" clId="{9758AD28-1A7F-443F-86E4-2AE420D11A3D}" dt="2026-09-01T02:56:02.271" v="3644" actId="1076"/>
          <ac:grpSpMkLst>
            <pc:docMk/>
            <pc:sldMk cId="1580464076" sldId="271"/>
            <ac:grpSpMk id="20" creationId="{6049A837-3710-4D19-A3FD-28199C5643CC}"/>
          </ac:grpSpMkLst>
        </pc:grpChg>
        <pc:grpChg chg="mod">
          <ac:chgData name="Hsu Hlaing Hnin" userId="5aad8f8e78eef6e5" providerId="LiveId" clId="{9758AD28-1A7F-443F-86E4-2AE420D11A3D}" dt="2026-09-01T02:50:48.042" v="3346"/>
          <ac:grpSpMkLst>
            <pc:docMk/>
            <pc:sldMk cId="1580464076" sldId="271"/>
            <ac:grpSpMk id="21" creationId="{8F1FC135-7E51-47D3-B570-58507B2827F4}"/>
          </ac:grpSpMkLst>
        </pc:grpChg>
        <pc:grpChg chg="add mod">
          <ac:chgData name="Hsu Hlaing Hnin" userId="5aad8f8e78eef6e5" providerId="LiveId" clId="{9758AD28-1A7F-443F-86E4-2AE420D11A3D}" dt="2026-09-01T02:56:07.719" v="3645" actId="1076"/>
          <ac:grpSpMkLst>
            <pc:docMk/>
            <pc:sldMk cId="1580464076" sldId="271"/>
            <ac:grpSpMk id="26" creationId="{53A289DA-A902-4C6A-B419-471775EBA0A9}"/>
          </ac:grpSpMkLst>
        </pc:grpChg>
        <pc:grpChg chg="mod">
          <ac:chgData name="Hsu Hlaing Hnin" userId="5aad8f8e78eef6e5" providerId="LiveId" clId="{9758AD28-1A7F-443F-86E4-2AE420D11A3D}" dt="2026-09-01T02:54:58.027" v="3580"/>
          <ac:grpSpMkLst>
            <pc:docMk/>
            <pc:sldMk cId="1580464076" sldId="271"/>
            <ac:grpSpMk id="27" creationId="{CE6FF595-2E97-4D8B-89E6-7B3BC33E3080}"/>
          </ac:grpSpMkLst>
        </pc:grpChg>
        <pc:grpChg chg="add mod">
          <ac:chgData name="Hsu Hlaing Hnin" userId="5aad8f8e78eef6e5" providerId="LiveId" clId="{9758AD28-1A7F-443F-86E4-2AE420D11A3D}" dt="2026-09-01T03:06:07.898" v="3668" actId="1076"/>
          <ac:grpSpMkLst>
            <pc:docMk/>
            <pc:sldMk cId="1580464076" sldId="271"/>
            <ac:grpSpMk id="35" creationId="{8999E2B8-68C1-4F0E-AF08-0DC0164AABE7}"/>
          </ac:grpSpMkLst>
        </pc:grpChg>
        <pc:graphicFrameChg chg="add del modGraphic">
          <ac:chgData name="Hsu Hlaing Hnin" userId="5aad8f8e78eef6e5" providerId="LiveId" clId="{9758AD28-1A7F-443F-86E4-2AE420D11A3D}" dt="2026-09-01T20:23:29.727" v="4498" actId="27309"/>
          <ac:graphicFrameMkLst>
            <pc:docMk/>
            <pc:sldMk cId="1580464076" sldId="271"/>
            <ac:graphicFrameMk id="37" creationId="{F1189C16-1322-40DA-822D-85C0D0CC33B3}"/>
          </ac:graphicFrameMkLst>
        </pc:graphicFrameChg>
        <pc:picChg chg="add mod">
          <ac:chgData name="Hsu Hlaing Hnin" userId="5aad8f8e78eef6e5" providerId="LiveId" clId="{9758AD28-1A7F-443F-86E4-2AE420D11A3D}" dt="2026-09-01T02:34:32.968" v="3307"/>
          <ac:picMkLst>
            <pc:docMk/>
            <pc:sldMk cId="1580464076" sldId="271"/>
            <ac:picMk id="2" creationId="{911AE5C3-3FF3-4276-9F4C-7F443264777B}"/>
          </ac:picMkLst>
        </pc:picChg>
        <pc:picChg chg="add mod">
          <ac:chgData name="Hsu Hlaing Hnin" userId="5aad8f8e78eef6e5" providerId="LiveId" clId="{9758AD28-1A7F-443F-86E4-2AE420D11A3D}" dt="2026-09-01T03:05:55.152" v="3666" actId="164"/>
          <ac:picMkLst>
            <pc:docMk/>
            <pc:sldMk cId="1580464076" sldId="271"/>
            <ac:picMk id="32" creationId="{95AD4749-D84B-4B15-BF01-0BF81651F782}"/>
          </ac:picMkLst>
        </pc:picChg>
        <pc:picChg chg="add mod">
          <ac:chgData name="Hsu Hlaing Hnin" userId="5aad8f8e78eef6e5" providerId="LiveId" clId="{9758AD28-1A7F-443F-86E4-2AE420D11A3D}" dt="2026-09-01T03:05:55.152" v="3666" actId="164"/>
          <ac:picMkLst>
            <pc:docMk/>
            <pc:sldMk cId="1580464076" sldId="271"/>
            <ac:picMk id="34" creationId="{8855437C-94A2-4BE4-8323-DB1CE5BA6696}"/>
          </ac:picMkLst>
        </pc:picChg>
      </pc:sldChg>
      <pc:sldChg chg="addSp delSp modSp new mod">
        <pc:chgData name="Hsu Hlaing Hnin" userId="5aad8f8e78eef6e5" providerId="LiveId" clId="{9758AD28-1A7F-443F-86E4-2AE420D11A3D}" dt="2026-09-01T03:55:35.983" v="4036" actId="1076"/>
        <pc:sldMkLst>
          <pc:docMk/>
          <pc:sldMk cId="1634745540" sldId="272"/>
        </pc:sldMkLst>
        <pc:spChg chg="add mod">
          <ac:chgData name="Hsu Hlaing Hnin" userId="5aad8f8e78eef6e5" providerId="LiveId" clId="{9758AD28-1A7F-443F-86E4-2AE420D11A3D}" dt="2026-09-01T03:19:57.088" v="3721" actId="20577"/>
          <ac:spMkLst>
            <pc:docMk/>
            <pc:sldMk cId="1634745540" sldId="272"/>
            <ac:spMk id="3" creationId="{1920C07B-A488-4941-BC8A-48258A69DA5A}"/>
          </ac:spMkLst>
        </pc:spChg>
        <pc:spChg chg="add del mod">
          <ac:chgData name="Hsu Hlaing Hnin" userId="5aad8f8e78eef6e5" providerId="LiveId" clId="{9758AD28-1A7F-443F-86E4-2AE420D11A3D}" dt="2026-09-01T03:37:44.998" v="3880" actId="478"/>
          <ac:spMkLst>
            <pc:docMk/>
            <pc:sldMk cId="1634745540" sldId="272"/>
            <ac:spMk id="8" creationId="{A15A5AE6-86A5-4A02-82AC-AD2B2C50170D}"/>
          </ac:spMkLst>
        </pc:spChg>
        <pc:spChg chg="add del mod">
          <ac:chgData name="Hsu Hlaing Hnin" userId="5aad8f8e78eef6e5" providerId="LiveId" clId="{9758AD28-1A7F-443F-86E4-2AE420D11A3D}" dt="2026-09-01T03:40:41.247" v="3909" actId="478"/>
          <ac:spMkLst>
            <pc:docMk/>
            <pc:sldMk cId="1634745540" sldId="272"/>
            <ac:spMk id="12" creationId="{7FB11C66-F30E-4A4E-8551-C715E16C63A3}"/>
          </ac:spMkLst>
        </pc:spChg>
        <pc:spChg chg="add mod">
          <ac:chgData name="Hsu Hlaing Hnin" userId="5aad8f8e78eef6e5" providerId="LiveId" clId="{9758AD28-1A7F-443F-86E4-2AE420D11A3D}" dt="2026-09-01T03:38:13.872" v="3886" actId="1076"/>
          <ac:spMkLst>
            <pc:docMk/>
            <pc:sldMk cId="1634745540" sldId="272"/>
            <ac:spMk id="13" creationId="{B5299145-03B8-4072-A749-87CED05D34AB}"/>
          </ac:spMkLst>
        </pc:spChg>
        <pc:spChg chg="add mod topLvl">
          <ac:chgData name="Hsu Hlaing Hnin" userId="5aad8f8e78eef6e5" providerId="LiveId" clId="{9758AD28-1A7F-443F-86E4-2AE420D11A3D}" dt="2026-09-01T03:42:02.827" v="3923" actId="1076"/>
          <ac:spMkLst>
            <pc:docMk/>
            <pc:sldMk cId="1634745540" sldId="272"/>
            <ac:spMk id="14" creationId="{208DB02B-BC5B-4EC2-A385-82DC7F975E68}"/>
          </ac:spMkLst>
        </pc:spChg>
        <pc:spChg chg="add mod ord">
          <ac:chgData name="Hsu Hlaing Hnin" userId="5aad8f8e78eef6e5" providerId="LiveId" clId="{9758AD28-1A7F-443F-86E4-2AE420D11A3D}" dt="2026-09-01T03:38:19.833" v="3888" actId="171"/>
          <ac:spMkLst>
            <pc:docMk/>
            <pc:sldMk cId="1634745540" sldId="272"/>
            <ac:spMk id="15" creationId="{D8A0C161-85A2-4BD3-89FD-67166F9B26F2}"/>
          </ac:spMkLst>
        </pc:spChg>
        <pc:spChg chg="add">
          <ac:chgData name="Hsu Hlaing Hnin" userId="5aad8f8e78eef6e5" providerId="LiveId" clId="{9758AD28-1A7F-443F-86E4-2AE420D11A3D}" dt="2026-09-01T03:40:50.050" v="3910"/>
          <ac:spMkLst>
            <pc:docMk/>
            <pc:sldMk cId="1634745540" sldId="272"/>
            <ac:spMk id="16" creationId="{697F9BC0-84AA-4BC6-9E97-9CD0F3E6A157}"/>
          </ac:spMkLst>
        </pc:spChg>
        <pc:spChg chg="add mod ord">
          <ac:chgData name="Hsu Hlaing Hnin" userId="5aad8f8e78eef6e5" providerId="LiveId" clId="{9758AD28-1A7F-443F-86E4-2AE420D11A3D}" dt="2026-09-01T03:41:58.353" v="3922" actId="14100"/>
          <ac:spMkLst>
            <pc:docMk/>
            <pc:sldMk cId="1634745540" sldId="272"/>
            <ac:spMk id="17" creationId="{A4495F63-9059-4937-8FB2-D229807D3EF2}"/>
          </ac:spMkLst>
        </pc:spChg>
        <pc:spChg chg="add mod">
          <ac:chgData name="Hsu Hlaing Hnin" userId="5aad8f8e78eef6e5" providerId="LiveId" clId="{9758AD28-1A7F-443F-86E4-2AE420D11A3D}" dt="2026-09-01T03:44:55.359" v="3976" actId="14100"/>
          <ac:spMkLst>
            <pc:docMk/>
            <pc:sldMk cId="1634745540" sldId="272"/>
            <ac:spMk id="18" creationId="{CE2D16B9-AD59-437A-A68A-B2BC081AB36D}"/>
          </ac:spMkLst>
        </pc:spChg>
        <pc:spChg chg="add mod">
          <ac:chgData name="Hsu Hlaing Hnin" userId="5aad8f8e78eef6e5" providerId="LiveId" clId="{9758AD28-1A7F-443F-86E4-2AE420D11A3D}" dt="2026-09-01T03:49:51.765" v="4004" actId="14100"/>
          <ac:spMkLst>
            <pc:docMk/>
            <pc:sldMk cId="1634745540" sldId="272"/>
            <ac:spMk id="19" creationId="{D6FF3E5D-D1E6-46C3-B450-FB96309CB701}"/>
          </ac:spMkLst>
        </pc:spChg>
        <pc:spChg chg="add mod">
          <ac:chgData name="Hsu Hlaing Hnin" userId="5aad8f8e78eef6e5" providerId="LiveId" clId="{9758AD28-1A7F-443F-86E4-2AE420D11A3D}" dt="2026-09-01T03:45:01.300" v="3977" actId="1076"/>
          <ac:spMkLst>
            <pc:docMk/>
            <pc:sldMk cId="1634745540" sldId="272"/>
            <ac:spMk id="25" creationId="{FDF7A6E4-053C-4754-B967-4DA1E7A9C106}"/>
          </ac:spMkLst>
        </pc:spChg>
        <pc:spChg chg="add del mod">
          <ac:chgData name="Hsu Hlaing Hnin" userId="5aad8f8e78eef6e5" providerId="LiveId" clId="{9758AD28-1A7F-443F-86E4-2AE420D11A3D}" dt="2026-09-01T03:44:17.814" v="3939" actId="478"/>
          <ac:spMkLst>
            <pc:docMk/>
            <pc:sldMk cId="1634745540" sldId="272"/>
            <ac:spMk id="26" creationId="{384F95E9-6C5D-460D-86BC-01C10D50520E}"/>
          </ac:spMkLst>
        </pc:spChg>
        <pc:spChg chg="add mod">
          <ac:chgData name="Hsu Hlaing Hnin" userId="5aad8f8e78eef6e5" providerId="LiveId" clId="{9758AD28-1A7F-443F-86E4-2AE420D11A3D}" dt="2026-09-01T03:49:57.377" v="4005" actId="1076"/>
          <ac:spMkLst>
            <pc:docMk/>
            <pc:sldMk cId="1634745540" sldId="272"/>
            <ac:spMk id="31" creationId="{2FD76AC0-5AC5-451F-83BE-11D1993281A5}"/>
          </ac:spMkLst>
        </pc:spChg>
        <pc:spChg chg="add del mod">
          <ac:chgData name="Hsu Hlaing Hnin" userId="5aad8f8e78eef6e5" providerId="LiveId" clId="{9758AD28-1A7F-443F-86E4-2AE420D11A3D}" dt="2026-09-01T03:49:25.859" v="4002" actId="478"/>
          <ac:spMkLst>
            <pc:docMk/>
            <pc:sldMk cId="1634745540" sldId="272"/>
            <ac:spMk id="32" creationId="{491A16B5-1389-4B79-B6B7-02BEC0BB577F}"/>
          </ac:spMkLst>
        </pc:spChg>
        <pc:grpChg chg="add mod">
          <ac:chgData name="Hsu Hlaing Hnin" userId="5aad8f8e78eef6e5" providerId="LiveId" clId="{9758AD28-1A7F-443F-86E4-2AE420D11A3D}" dt="2026-09-01T03:38:16.455" v="3887" actId="170"/>
          <ac:grpSpMkLst>
            <pc:docMk/>
            <pc:sldMk cId="1634745540" sldId="272"/>
            <ac:grpSpMk id="10" creationId="{39421E84-5F96-43E4-8B5C-BE92C651DB76}"/>
          </ac:grpSpMkLst>
        </pc:grpChg>
        <pc:grpChg chg="add del mod ord">
          <ac:chgData name="Hsu Hlaing Hnin" userId="5aad8f8e78eef6e5" providerId="LiveId" clId="{9758AD28-1A7F-443F-86E4-2AE420D11A3D}" dt="2026-09-01T03:41:20.315" v="3914" actId="478"/>
          <ac:grpSpMkLst>
            <pc:docMk/>
            <pc:sldMk cId="1634745540" sldId="272"/>
            <ac:grpSpMk id="11" creationId="{70E53EE9-0E35-48E3-985F-F5B2462F0AF9}"/>
          </ac:grpSpMkLst>
        </pc:grpChg>
        <pc:picChg chg="add mod">
          <ac:chgData name="Hsu Hlaing Hnin" userId="5aad8f8e78eef6e5" providerId="LiveId" clId="{9758AD28-1A7F-443F-86E4-2AE420D11A3D}" dt="2026-09-01T03:06:29.864" v="3670"/>
          <ac:picMkLst>
            <pc:docMk/>
            <pc:sldMk cId="1634745540" sldId="272"/>
            <ac:picMk id="2" creationId="{DC1F6B4B-29D8-4268-AD7B-C1AE9E006931}"/>
          </ac:picMkLst>
        </pc:picChg>
        <pc:picChg chg="add del mod modCrop">
          <ac:chgData name="Hsu Hlaing Hnin" userId="5aad8f8e78eef6e5" providerId="LiveId" clId="{9758AD28-1A7F-443F-86E4-2AE420D11A3D}" dt="2026-09-01T03:20:50.554" v="3725" actId="478"/>
          <ac:picMkLst>
            <pc:docMk/>
            <pc:sldMk cId="1634745540" sldId="272"/>
            <ac:picMk id="5" creationId="{4D073612-F7CC-44ED-8E8B-DD7AE8A627F2}"/>
          </ac:picMkLst>
        </pc:picChg>
        <pc:picChg chg="add mod">
          <ac:chgData name="Hsu Hlaing Hnin" userId="5aad8f8e78eef6e5" providerId="LiveId" clId="{9758AD28-1A7F-443F-86E4-2AE420D11A3D}" dt="2026-09-01T03:55:35.983" v="4036" actId="1076"/>
          <ac:picMkLst>
            <pc:docMk/>
            <pc:sldMk cId="1634745540" sldId="272"/>
            <ac:picMk id="7" creationId="{2BEF3CC5-65F6-400F-AA79-6722D911D2B5}"/>
          </ac:picMkLst>
        </pc:picChg>
        <pc:picChg chg="add del mod topLvl modCrop">
          <ac:chgData name="Hsu Hlaing Hnin" userId="5aad8f8e78eef6e5" providerId="LiveId" clId="{9758AD28-1A7F-443F-86E4-2AE420D11A3D}" dt="2026-09-01T03:41:20.315" v="3914" actId="478"/>
          <ac:picMkLst>
            <pc:docMk/>
            <pc:sldMk cId="1634745540" sldId="272"/>
            <ac:picMk id="9" creationId="{91D23C5C-378F-4C90-85B1-ACDD0D9C4B9B}"/>
          </ac:picMkLst>
        </pc:picChg>
        <pc:picChg chg="add del">
          <ac:chgData name="Hsu Hlaing Hnin" userId="5aad8f8e78eef6e5" providerId="LiveId" clId="{9758AD28-1A7F-443F-86E4-2AE420D11A3D}" dt="2026-09-01T03:47:06.875" v="3992" actId="478"/>
          <ac:picMkLst>
            <pc:docMk/>
            <pc:sldMk cId="1634745540" sldId="272"/>
            <ac:picMk id="20" creationId="{956A122D-B6F8-494C-A1AB-C86DB6FD4248}"/>
          </ac:picMkLst>
        </pc:picChg>
        <pc:picChg chg="add mod">
          <ac:chgData name="Hsu Hlaing Hnin" userId="5aad8f8e78eef6e5" providerId="LiveId" clId="{9758AD28-1A7F-443F-86E4-2AE420D11A3D}" dt="2026-09-01T03:38:13.872" v="3886" actId="1076"/>
          <ac:picMkLst>
            <pc:docMk/>
            <pc:sldMk cId="1634745540" sldId="272"/>
            <ac:picMk id="8194" creationId="{9DBAC3CF-15EE-4DFC-8DD6-A076E508C058}"/>
          </ac:picMkLst>
        </pc:picChg>
        <pc:picChg chg="add del mod">
          <ac:chgData name="Hsu Hlaing Hnin" userId="5aad8f8e78eef6e5" providerId="LiveId" clId="{9758AD28-1A7F-443F-86E4-2AE420D11A3D}" dt="2026-09-01T03:42:31.146" v="3929" actId="478"/>
          <ac:picMkLst>
            <pc:docMk/>
            <pc:sldMk cId="1634745540" sldId="272"/>
            <ac:picMk id="8196" creationId="{44F6EB6C-4C51-4EC2-A8A3-03BF02309C0D}"/>
          </ac:picMkLst>
        </pc:picChg>
        <pc:picChg chg="add del mod">
          <ac:chgData name="Hsu Hlaing Hnin" userId="5aad8f8e78eef6e5" providerId="LiveId" clId="{9758AD28-1A7F-443F-86E4-2AE420D11A3D}" dt="2026-09-01T03:44:47.205" v="3975" actId="478"/>
          <ac:picMkLst>
            <pc:docMk/>
            <pc:sldMk cId="1634745540" sldId="272"/>
            <ac:picMk id="8198" creationId="{2C3C9DAC-45C1-4F7F-A731-57DEACBB3B72}"/>
          </ac:picMkLst>
        </pc:picChg>
        <pc:picChg chg="add mod">
          <ac:chgData name="Hsu Hlaing Hnin" userId="5aad8f8e78eef6e5" providerId="LiveId" clId="{9758AD28-1A7F-443F-86E4-2AE420D11A3D}" dt="2026-09-01T03:42:07.344" v="3924" actId="1076"/>
          <ac:picMkLst>
            <pc:docMk/>
            <pc:sldMk cId="1634745540" sldId="272"/>
            <ac:picMk id="8204" creationId="{100A05B0-F688-4C69-93A5-8154A15FA251}"/>
          </ac:picMkLst>
        </pc:picChg>
        <pc:picChg chg="add mod">
          <ac:chgData name="Hsu Hlaing Hnin" userId="5aad8f8e78eef6e5" providerId="LiveId" clId="{9758AD28-1A7F-443F-86E4-2AE420D11A3D}" dt="2026-09-01T03:45:19.093" v="3981" actId="1076"/>
          <ac:picMkLst>
            <pc:docMk/>
            <pc:sldMk cId="1634745540" sldId="272"/>
            <ac:picMk id="8206" creationId="{D1138378-5B99-4574-9063-543B4FBB1417}"/>
          </ac:picMkLst>
        </pc:picChg>
        <pc:picChg chg="add del mod">
          <ac:chgData name="Hsu Hlaing Hnin" userId="5aad8f8e78eef6e5" providerId="LiveId" clId="{9758AD28-1A7F-443F-86E4-2AE420D11A3D}" dt="2026-09-01T03:46:04.506" v="3988"/>
          <ac:picMkLst>
            <pc:docMk/>
            <pc:sldMk cId="1634745540" sldId="272"/>
            <ac:picMk id="8208" creationId="{6A5359FB-6735-41A6-A3AE-8A1BC9CA8C49}"/>
          </ac:picMkLst>
        </pc:picChg>
        <pc:picChg chg="add del">
          <ac:chgData name="Hsu Hlaing Hnin" userId="5aad8f8e78eef6e5" providerId="LiveId" clId="{9758AD28-1A7F-443F-86E4-2AE420D11A3D}" dt="2026-09-01T03:46:29.061" v="3990" actId="478"/>
          <ac:picMkLst>
            <pc:docMk/>
            <pc:sldMk cId="1634745540" sldId="272"/>
            <ac:picMk id="8210" creationId="{B63E16AF-7E07-4AD4-AB90-B9C0CAEBA8D1}"/>
          </ac:picMkLst>
        </pc:picChg>
        <pc:picChg chg="add mod">
          <ac:chgData name="Hsu Hlaing Hnin" userId="5aad8f8e78eef6e5" providerId="LiveId" clId="{9758AD28-1A7F-443F-86E4-2AE420D11A3D}" dt="2026-09-01T03:50:01.676" v="4006" actId="1076"/>
          <ac:picMkLst>
            <pc:docMk/>
            <pc:sldMk cId="1634745540" sldId="272"/>
            <ac:picMk id="8212" creationId="{531E2882-D7FB-4D62-8673-883911E1510E}"/>
          </ac:picMkLst>
        </pc:picChg>
      </pc:sldChg>
      <pc:sldChg chg="addSp modSp new mod ord">
        <pc:chgData name="Hsu Hlaing Hnin" userId="5aad8f8e78eef6e5" providerId="LiveId" clId="{9758AD28-1A7F-443F-86E4-2AE420D11A3D}" dt="2026-09-01T10:58:31.900" v="4254" actId="6559"/>
        <pc:sldMkLst>
          <pc:docMk/>
          <pc:sldMk cId="3318658555" sldId="273"/>
        </pc:sldMkLst>
        <pc:spChg chg="add mod">
          <ac:chgData name="Hsu Hlaing Hnin" userId="5aad8f8e78eef6e5" providerId="LiveId" clId="{9758AD28-1A7F-443F-86E4-2AE420D11A3D}" dt="2026-09-01T10:58:31.900" v="4254" actId="6559"/>
          <ac:spMkLst>
            <pc:docMk/>
            <pc:sldMk cId="3318658555" sldId="273"/>
            <ac:spMk id="3" creationId="{D6739C0B-87B1-4747-A747-5775F0EE5F91}"/>
          </ac:spMkLst>
        </pc:spChg>
        <pc:spChg chg="add mod">
          <ac:chgData name="Hsu Hlaing Hnin" userId="5aad8f8e78eef6e5" providerId="LiveId" clId="{9758AD28-1A7F-443F-86E4-2AE420D11A3D}" dt="2026-09-01T10:58:26.711" v="4253" actId="6559"/>
          <ac:spMkLst>
            <pc:docMk/>
            <pc:sldMk cId="3318658555" sldId="273"/>
            <ac:spMk id="4" creationId="{E422EFF1-FFFD-4ECB-99AE-92CAB4D828B3}"/>
          </ac:spMkLst>
        </pc:spChg>
        <pc:picChg chg="add mod">
          <ac:chgData name="Hsu Hlaing Hnin" userId="5aad8f8e78eef6e5" providerId="LiveId" clId="{9758AD28-1A7F-443F-86E4-2AE420D11A3D}" dt="2026-09-01T03:50:33.009" v="4017"/>
          <ac:picMkLst>
            <pc:docMk/>
            <pc:sldMk cId="3318658555" sldId="273"/>
            <ac:picMk id="2" creationId="{AAFBA4DD-7A77-4631-9CF8-3BA077D59E16}"/>
          </ac:picMkLst>
        </pc:picChg>
      </pc:sldChg>
      <pc:sldChg chg="addSp delSp modSp new mod">
        <pc:chgData name="Hsu Hlaing Hnin" userId="5aad8f8e78eef6e5" providerId="LiveId" clId="{9758AD28-1A7F-443F-86E4-2AE420D11A3D}" dt="2026-09-01T11:08:17.101" v="4496" actId="1076"/>
        <pc:sldMkLst>
          <pc:docMk/>
          <pc:sldMk cId="2918188468" sldId="274"/>
        </pc:sldMkLst>
        <pc:spChg chg="add mod">
          <ac:chgData name="Hsu Hlaing Hnin" userId="5aad8f8e78eef6e5" providerId="LiveId" clId="{9758AD28-1A7F-443F-86E4-2AE420D11A3D}" dt="2026-09-01T10:25:14.896" v="4049" actId="20577"/>
          <ac:spMkLst>
            <pc:docMk/>
            <pc:sldMk cId="2918188468" sldId="274"/>
            <ac:spMk id="3" creationId="{4417B4FA-F983-4A18-94E6-AC6413012DC1}"/>
          </ac:spMkLst>
        </pc:spChg>
        <pc:spChg chg="mod">
          <ac:chgData name="Hsu Hlaing Hnin" userId="5aad8f8e78eef6e5" providerId="LiveId" clId="{9758AD28-1A7F-443F-86E4-2AE420D11A3D}" dt="2026-09-01T10:51:41.730" v="4080" actId="20577"/>
          <ac:spMkLst>
            <pc:docMk/>
            <pc:sldMk cId="2918188468" sldId="274"/>
            <ac:spMk id="6" creationId="{D5F0DDE5-A497-43F8-97A7-51F7E1DEDCE2}"/>
          </ac:spMkLst>
        </pc:spChg>
        <pc:spChg chg="mod">
          <ac:chgData name="Hsu Hlaing Hnin" userId="5aad8f8e78eef6e5" providerId="LiveId" clId="{9758AD28-1A7F-443F-86E4-2AE420D11A3D}" dt="2026-09-01T10:53:58.164" v="4206" actId="1076"/>
          <ac:spMkLst>
            <pc:docMk/>
            <pc:sldMk cId="2918188468" sldId="274"/>
            <ac:spMk id="7" creationId="{6B967D9A-0C99-4844-B294-DA523E699B8F}"/>
          </ac:spMkLst>
        </pc:spChg>
        <pc:spChg chg="mod">
          <ac:chgData name="Hsu Hlaing Hnin" userId="5aad8f8e78eef6e5" providerId="LiveId" clId="{9758AD28-1A7F-443F-86E4-2AE420D11A3D}" dt="2026-09-01T10:51:05.470" v="4050"/>
          <ac:spMkLst>
            <pc:docMk/>
            <pc:sldMk cId="2918188468" sldId="274"/>
            <ac:spMk id="8" creationId="{E01AF58F-7E5E-4FC6-9168-5E0373378D20}"/>
          </ac:spMkLst>
        </pc:spChg>
        <pc:spChg chg="mod">
          <ac:chgData name="Hsu Hlaing Hnin" userId="5aad8f8e78eef6e5" providerId="LiveId" clId="{9758AD28-1A7F-443F-86E4-2AE420D11A3D}" dt="2026-09-01T10:51:18.520" v="4053" actId="20577"/>
          <ac:spMkLst>
            <pc:docMk/>
            <pc:sldMk cId="2918188468" sldId="274"/>
            <ac:spMk id="9" creationId="{E0BB693C-488A-4B16-80F1-EEFA9CE27464}"/>
          </ac:spMkLst>
        </pc:spChg>
        <pc:spChg chg="mod">
          <ac:chgData name="Hsu Hlaing Hnin" userId="5aad8f8e78eef6e5" providerId="LiveId" clId="{9758AD28-1A7F-443F-86E4-2AE420D11A3D}" dt="2026-09-01T10:54:52.499" v="4238" actId="20577"/>
          <ac:spMkLst>
            <pc:docMk/>
            <pc:sldMk cId="2918188468" sldId="274"/>
            <ac:spMk id="12" creationId="{1D3B1DE3-6C37-4C36-9607-1D71080C07F4}"/>
          </ac:spMkLst>
        </pc:spChg>
        <pc:spChg chg="mod">
          <ac:chgData name="Hsu Hlaing Hnin" userId="5aad8f8e78eef6e5" providerId="LiveId" clId="{9758AD28-1A7F-443F-86E4-2AE420D11A3D}" dt="2026-09-01T11:06:09.340" v="4484" actId="20577"/>
          <ac:spMkLst>
            <pc:docMk/>
            <pc:sldMk cId="2918188468" sldId="274"/>
            <ac:spMk id="13" creationId="{5F86F731-0F71-4CDC-9B48-ABB15E74C8B4}"/>
          </ac:spMkLst>
        </pc:spChg>
        <pc:spChg chg="mod">
          <ac:chgData name="Hsu Hlaing Hnin" userId="5aad8f8e78eef6e5" providerId="LiveId" clId="{9758AD28-1A7F-443F-86E4-2AE420D11A3D}" dt="2026-09-01T10:54:03.555" v="4207"/>
          <ac:spMkLst>
            <pc:docMk/>
            <pc:sldMk cId="2918188468" sldId="274"/>
            <ac:spMk id="14" creationId="{A6B2EA0E-61BE-46F9-A424-8E5DE8CEFB1C}"/>
          </ac:spMkLst>
        </pc:spChg>
        <pc:spChg chg="mod">
          <ac:chgData name="Hsu Hlaing Hnin" userId="5aad8f8e78eef6e5" providerId="LiveId" clId="{9758AD28-1A7F-443F-86E4-2AE420D11A3D}" dt="2026-09-01T10:54:14.101" v="4210" actId="20577"/>
          <ac:spMkLst>
            <pc:docMk/>
            <pc:sldMk cId="2918188468" sldId="274"/>
            <ac:spMk id="15" creationId="{0173F3F0-7A30-4E3C-AC6E-5AFD7D4B8B76}"/>
          </ac:spMkLst>
        </pc:spChg>
        <pc:spChg chg="add del mod">
          <ac:chgData name="Hsu Hlaing Hnin" userId="5aad8f8e78eef6e5" providerId="LiveId" clId="{9758AD28-1A7F-443F-86E4-2AE420D11A3D}" dt="2026-09-01T11:07:55.172" v="4490" actId="478"/>
          <ac:spMkLst>
            <pc:docMk/>
            <pc:sldMk cId="2918188468" sldId="274"/>
            <ac:spMk id="16" creationId="{B5BB3CA2-A532-4253-92BB-D6B4EF5F03D2}"/>
          </ac:spMkLst>
        </pc:spChg>
        <pc:grpChg chg="add mod">
          <ac:chgData name="Hsu Hlaing Hnin" userId="5aad8f8e78eef6e5" providerId="LiveId" clId="{9758AD28-1A7F-443F-86E4-2AE420D11A3D}" dt="2026-09-01T11:06:34.654" v="4487" actId="1076"/>
          <ac:grpSpMkLst>
            <pc:docMk/>
            <pc:sldMk cId="2918188468" sldId="274"/>
            <ac:grpSpMk id="4" creationId="{D0ADA888-3449-4BF1-AE7E-C784AE4C697A}"/>
          </ac:grpSpMkLst>
        </pc:grpChg>
        <pc:grpChg chg="mod">
          <ac:chgData name="Hsu Hlaing Hnin" userId="5aad8f8e78eef6e5" providerId="LiveId" clId="{9758AD28-1A7F-443F-86E4-2AE420D11A3D}" dt="2026-09-01T10:51:05.470" v="4050"/>
          <ac:grpSpMkLst>
            <pc:docMk/>
            <pc:sldMk cId="2918188468" sldId="274"/>
            <ac:grpSpMk id="5" creationId="{89DA2059-40A3-45E8-BCD4-179BD588EDCF}"/>
          </ac:grpSpMkLst>
        </pc:grpChg>
        <pc:grpChg chg="add mod">
          <ac:chgData name="Hsu Hlaing Hnin" userId="5aad8f8e78eef6e5" providerId="LiveId" clId="{9758AD28-1A7F-443F-86E4-2AE420D11A3D}" dt="2026-09-01T11:06:29.547" v="4486" actId="1076"/>
          <ac:grpSpMkLst>
            <pc:docMk/>
            <pc:sldMk cId="2918188468" sldId="274"/>
            <ac:grpSpMk id="10" creationId="{A21688FC-543F-4F4F-AF63-A537F8F5FABC}"/>
          </ac:grpSpMkLst>
        </pc:grpChg>
        <pc:grpChg chg="mod">
          <ac:chgData name="Hsu Hlaing Hnin" userId="5aad8f8e78eef6e5" providerId="LiveId" clId="{9758AD28-1A7F-443F-86E4-2AE420D11A3D}" dt="2026-09-01T10:54:03.555" v="4207"/>
          <ac:grpSpMkLst>
            <pc:docMk/>
            <pc:sldMk cId="2918188468" sldId="274"/>
            <ac:grpSpMk id="11" creationId="{E7F0A3A7-58CB-40FA-B345-32047A8B320C}"/>
          </ac:grpSpMkLst>
        </pc:grpChg>
        <pc:picChg chg="add mod">
          <ac:chgData name="Hsu Hlaing Hnin" userId="5aad8f8e78eef6e5" providerId="LiveId" clId="{9758AD28-1A7F-443F-86E4-2AE420D11A3D}" dt="2026-09-01T10:20:39.816" v="4038"/>
          <ac:picMkLst>
            <pc:docMk/>
            <pc:sldMk cId="2918188468" sldId="274"/>
            <ac:picMk id="2" creationId="{53DA0D33-A775-4253-BBB9-18F2F564A413}"/>
          </ac:picMkLst>
        </pc:picChg>
        <pc:picChg chg="add mod">
          <ac:chgData name="Hsu Hlaing Hnin" userId="5aad8f8e78eef6e5" providerId="LiveId" clId="{9758AD28-1A7F-443F-86E4-2AE420D11A3D}" dt="2026-09-01T11:08:17.101" v="4496" actId="1076"/>
          <ac:picMkLst>
            <pc:docMk/>
            <pc:sldMk cId="2918188468" sldId="274"/>
            <ac:picMk id="17" creationId="{D90C5C3F-BCE0-4350-8DBF-25E30FC43977}"/>
          </ac:picMkLst>
        </pc:picChg>
      </pc:sldChg>
      <pc:sldChg chg="addSp delSp modSp new del mod">
        <pc:chgData name="Hsu Hlaing Hnin" userId="5aad8f8e78eef6e5" providerId="LiveId" clId="{9758AD28-1A7F-443F-86E4-2AE420D11A3D}" dt="2026-09-23T11:24:00.644" v="4506" actId="47"/>
        <pc:sldMkLst>
          <pc:docMk/>
          <pc:sldMk cId="4095642295" sldId="275"/>
        </pc:sldMkLst>
        <pc:spChg chg="add del mod">
          <ac:chgData name="Hsu Hlaing Hnin" userId="5aad8f8e78eef6e5" providerId="LiveId" clId="{9758AD28-1A7F-443F-86E4-2AE420D11A3D}" dt="2026-09-23T11:23:57.155" v="4505" actId="478"/>
          <ac:spMkLst>
            <pc:docMk/>
            <pc:sldMk cId="4095642295" sldId="275"/>
            <ac:spMk id="3" creationId="{3C1F83E1-BE31-4E14-9679-200281EE6F42}"/>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300" b="0" i="0" u="none" strike="noStrike">
                <a:solidFill>
                  <a:srgbClr val="212121"/>
                </a:solidFill>
                <a:latin typeface="Arial"/>
              </a:defRPr>
            </a:pPr>
            <a:r>
              <a:rPr lang="en-US" sz="1200" b="0" i="0" u="none" strike="noStrike" dirty="0">
                <a:solidFill>
                  <a:srgbClr val="212121"/>
                </a:solidFill>
                <a:latin typeface="Arial"/>
              </a:rPr>
              <a:t>Against</a:t>
            </a:r>
            <a:r>
              <a:rPr lang="en-US" sz="1200" b="0" i="0" u="none" strike="noStrike" baseline="0" dirty="0">
                <a:solidFill>
                  <a:srgbClr val="212121"/>
                </a:solidFill>
                <a:latin typeface="Arial"/>
              </a:rPr>
              <a:t> Foundation Model Baselines</a:t>
            </a:r>
            <a:endParaRPr lang="en-US" sz="1200" b="0" i="0" u="none" strike="noStrike" dirty="0">
              <a:solidFill>
                <a:srgbClr val="212121"/>
              </a:solidFill>
              <a:latin typeface="Arial"/>
            </a:endParaRPr>
          </a:p>
        </c:rich>
      </c:tx>
      <c:overlay val="0"/>
    </c:title>
    <c:autoTitleDeleted val="0"/>
    <c:plotArea>
      <c:layout>
        <c:manualLayout>
          <c:layoutTarget val="inner"/>
          <c:xMode val="edge"/>
          <c:yMode val="edge"/>
          <c:x val="7.940599242844458E-2"/>
          <c:y val="0.16419075705366382"/>
          <c:w val="0.89452958759445556"/>
          <c:h val="0.65192322245124412"/>
        </c:manualLayout>
      </c:layout>
      <c:barChart>
        <c:barDir val="col"/>
        <c:grouping val="clustered"/>
        <c:varyColors val="0"/>
        <c:ser>
          <c:idx val="0"/>
          <c:order val="0"/>
          <c:tx>
            <c:strRef>
              <c:f>Sheet1!$B$1</c:f>
              <c:strCache>
                <c:ptCount val="1"/>
                <c:pt idx="0">
                  <c:v>Dice</c:v>
                </c:pt>
              </c:strCache>
            </c:strRef>
          </c:tx>
          <c:spPr>
            <a:solidFill>
              <a:sysClr val="windowText" lastClr="000000">
                <a:lumMod val="65000"/>
                <a:lumOff val="35000"/>
              </a:sysClr>
            </a:solidFill>
            <a:effectLst/>
          </c:spPr>
          <c:invertIfNegative val="0"/>
          <c:dLbls>
            <c:dLbl>
              <c:idx val="3"/>
              <c:tx>
                <c:rich>
                  <a:bodyPr/>
                  <a:lstStyle/>
                  <a:p>
                    <a:fld id="{EC509685-6598-41B0-B999-A5DEFD3F29BD}" type="VALUE">
                      <a:rPr lang="en-US" b="1"/>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C076-4331-93D7-D8BD13250CB3}"/>
                </c:ext>
              </c:extLst>
            </c:dLbl>
            <c:numFmt formatCode="0.00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MedSAM</c:v>
                </c:pt>
                <c:pt idx="1">
                  <c:v>MedSAM2</c:v>
                </c:pt>
                <c:pt idx="2">
                  <c:v>MedSAM2-3D</c:v>
                </c:pt>
                <c:pt idx="3">
                  <c:v>HOLA (Ours)</c:v>
                </c:pt>
              </c:strCache>
            </c:strRef>
          </c:cat>
          <c:val>
            <c:numRef>
              <c:f>Sheet1!$B$2:$B$5</c:f>
              <c:numCache>
                <c:formatCode>General</c:formatCode>
                <c:ptCount val="4"/>
                <c:pt idx="0">
                  <c:v>0.42099999999999999</c:v>
                </c:pt>
                <c:pt idx="1">
                  <c:v>0.86699999999999999</c:v>
                </c:pt>
                <c:pt idx="2">
                  <c:v>0.63600000000000001</c:v>
                </c:pt>
                <c:pt idx="3">
                  <c:v>0.86799999999999999</c:v>
                </c:pt>
              </c:numCache>
            </c:numRef>
          </c:val>
          <c:extLst>
            <c:ext xmlns:c16="http://schemas.microsoft.com/office/drawing/2014/chart" uri="{C3380CC4-5D6E-409C-BE32-E72D297353CC}">
              <c16:uniqueId val="{00000000-C076-4331-93D7-D8BD13250CB3}"/>
            </c:ext>
          </c:extLst>
        </c:ser>
        <c:ser>
          <c:idx val="1"/>
          <c:order val="1"/>
          <c:tx>
            <c:strRef>
              <c:f>Sheet1!$C$1</c:f>
              <c:strCache>
                <c:ptCount val="1"/>
                <c:pt idx="0">
                  <c:v>IoU</c:v>
                </c:pt>
              </c:strCache>
            </c:strRef>
          </c:tx>
          <c:spPr>
            <a:solidFill>
              <a:sysClr val="window" lastClr="FFFFFF">
                <a:lumMod val="65000"/>
              </a:sysClr>
            </a:solidFill>
            <a:effectLst/>
          </c:spPr>
          <c:invertIfNegative val="0"/>
          <c:dLbls>
            <c:dLbl>
              <c:idx val="3"/>
              <c:tx>
                <c:rich>
                  <a:bodyPr/>
                  <a:lstStyle/>
                  <a:p>
                    <a:fld id="{F2EFFD67-E476-4CCD-B406-CD39B7F46FD4}" type="VALUE">
                      <a:rPr lang="en-US" b="1"/>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076-4331-93D7-D8BD13250CB3}"/>
                </c:ext>
              </c:extLst>
            </c:dLbl>
            <c:numFmt formatCode="0.000" sourceLinked="0"/>
            <c:spPr>
              <a:noFill/>
              <a:ln>
                <a:noFill/>
              </a:ln>
              <a:effectLst/>
            </c:spPr>
            <c:txPr>
              <a:bodyPr/>
              <a:lstStyle/>
              <a:p>
                <a:pPr>
                  <a:defRPr sz="1000" b="0" i="0" u="none" strike="noStrike">
                    <a:solidFill>
                      <a:srgbClr val="21212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MedSAM</c:v>
                </c:pt>
                <c:pt idx="1">
                  <c:v>MedSAM2</c:v>
                </c:pt>
                <c:pt idx="2">
                  <c:v>MedSAM2-3D</c:v>
                </c:pt>
                <c:pt idx="3">
                  <c:v>HOLA (Ours)</c:v>
                </c:pt>
              </c:strCache>
            </c:strRef>
          </c:cat>
          <c:val>
            <c:numRef>
              <c:f>Sheet1!$C$2:$C$5</c:f>
              <c:numCache>
                <c:formatCode>General</c:formatCode>
                <c:ptCount val="4"/>
                <c:pt idx="0">
                  <c:v>0.28999999999999998</c:v>
                </c:pt>
                <c:pt idx="1">
                  <c:v>0.78900000000000003</c:v>
                </c:pt>
                <c:pt idx="2">
                  <c:v>0.497</c:v>
                </c:pt>
                <c:pt idx="3">
                  <c:v>0.82</c:v>
                </c:pt>
              </c:numCache>
            </c:numRef>
          </c:val>
          <c:extLst>
            <c:ext xmlns:c16="http://schemas.microsoft.com/office/drawing/2014/chart" uri="{C3380CC4-5D6E-409C-BE32-E72D297353CC}">
              <c16:uniqueId val="{00000001-C076-4331-93D7-D8BD13250CB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ysClr val="windowText" lastClr="00000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E4E7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580"/>
                </a:solidFill>
                <a:latin typeface="Arial"/>
              </a:defRPr>
            </a:pPr>
            <a:endParaRPr lang="en-US"/>
          </a:p>
        </c:txPr>
        <c:crossAx val="2094734554"/>
        <c:crosses val="autoZero"/>
        <c:crossBetween val="between"/>
      </c:valAx>
      <c:spPr>
        <a:noFill/>
        <a:ln>
          <a:noFill/>
        </a:ln>
        <a:effectLst/>
      </c:spPr>
    </c:plotArea>
    <c:legend>
      <c:legendPos val="b"/>
      <c:layout>
        <c:manualLayout>
          <c:xMode val="edge"/>
          <c:yMode val="edge"/>
          <c:x val="0.4234712620645894"/>
          <c:y val="0.91396579356106156"/>
          <c:w val="0.1530572892965909"/>
          <c:h val="8.6034206438938429E-2"/>
        </c:manualLayout>
      </c:layout>
      <c:overlay val="0"/>
      <c:txPr>
        <a:bodyPr/>
        <a:lstStyle/>
        <a:p>
          <a:pPr>
            <a:defRPr sz="1000"/>
          </a:pPr>
          <a:endParaRPr lang="en-US"/>
        </a:p>
      </c:txPr>
    </c:legend>
    <c:plotVisOnly val="1"/>
    <c:dispBlanksAs val="span"/>
    <c:showDLblsOverMax val="1"/>
  </c:chart>
  <c:spPr>
    <a:noFill/>
    <a:ln>
      <a:noFill/>
    </a:ln>
    <a:effectLst/>
  </c:spPr>
  <c:externalData r:id="rId2">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A99387-52AB-4572-B1B3-CBA890246DA8}"/>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4260839-B9CD-47C4-AD99-C185C2C5DF4E}"/>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D0330BC7-D411-474D-85C3-549406A60143}" type="datetimeFigureOut">
              <a:rPr lang="en-US" smtClean="0"/>
              <a:t>9/23/2026</a:t>
            </a:fld>
            <a:endParaRPr lang="en-US"/>
          </a:p>
        </p:txBody>
      </p:sp>
      <p:sp>
        <p:nvSpPr>
          <p:cNvPr id="4" name="Footer Placeholder 3">
            <a:extLst>
              <a:ext uri="{FF2B5EF4-FFF2-40B4-BE49-F238E27FC236}">
                <a16:creationId xmlns:a16="http://schemas.microsoft.com/office/drawing/2014/main" id="{91F65E0D-F9F0-45BE-8C37-B2EDC02D10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6F356D4-5A79-4ADD-BAAB-C9B9EA752DA3}"/>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C1865A3D-88C6-47D1-A3BF-F9B6E1054E1C}" type="slidenum">
              <a:rPr lang="en-US" smtClean="0"/>
              <a:t>‹#›</a:t>
            </a:fld>
            <a:endParaRPr lang="en-US"/>
          </a:p>
        </p:txBody>
      </p:sp>
    </p:spTree>
    <p:extLst>
      <p:ext uri="{BB962C8B-B14F-4D97-AF65-F5344CB8AC3E}">
        <p14:creationId xmlns:p14="http://schemas.microsoft.com/office/powerpoint/2010/main" val="262315636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730184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Name, programme, supervisor, institute. Mention early that this ran on QMUL Apocrita HPC through DERI, and that the work has been written up and submitted to MICAD. Point at the 3D aorta on the right and use it to start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Name, programme, supervisor, institute. Mention early that this ran on QMUL Apocrita HPC through DERI, and that the work has been written up and submitted to MICAD. Point at the 3D aorta on the right and use it to start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58420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left tile. Even in 3D, with contrast, the aorta sits in a crowd of similar-brightness tissue. Doing this by hand takes up to an hour a patient and two people do not agree. That disagreement is the same size as the change you are trying to detect between scans.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left tile. Even in 3D, with contrast, the aorta sits in a crowd of similar-brightness tissue. Doing this by hand takes up to an hour a patient and two people do not agree. That disagreement is the same size as the change you are trying to detect between scans.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20812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jpeg"/><Relationship Id="rId5" Type="http://schemas.openxmlformats.org/officeDocument/2006/relationships/image" Target="../media/image11.jpe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 name="Text 3"/>
          <p:cNvSpPr txBox="1"/>
          <p:nvPr/>
        </p:nvSpPr>
        <p:spPr>
          <a:xfrm>
            <a:off x="609600" y="1696609"/>
            <a:ext cx="5486400" cy="1417320"/>
          </a:xfrm>
          <a:prstGeom prst="rect">
            <a:avLst/>
          </a:prstGeom>
          <a:noFill/>
          <a:ln/>
        </p:spPr>
        <p:txBody>
          <a:bodyPr wrap="square" lIns="0" tIns="0" rIns="0" bIns="0" rtlCol="0" anchor="ctr"/>
          <a:lstStyle/>
          <a:p>
            <a:pPr marL="0" indent="0">
              <a:buNone/>
            </a:pPr>
            <a:r>
              <a:rPr lang="en-US" sz="9600" b="1" dirty="0">
                <a:solidFill>
                  <a:srgbClr val="000000"/>
                </a:solidFill>
                <a:latin typeface="Arial" pitchFamily="34" charset="0"/>
                <a:ea typeface="Arial" pitchFamily="34" charset="-122"/>
                <a:cs typeface="Arial" pitchFamily="34" charset="-120"/>
              </a:rPr>
              <a:t>HOLA</a:t>
            </a:r>
            <a:endParaRPr lang="en-US" sz="9600" dirty="0"/>
          </a:p>
        </p:txBody>
      </p:sp>
      <p:sp>
        <p:nvSpPr>
          <p:cNvPr id="8" name="Text 4"/>
          <p:cNvSpPr txBox="1"/>
          <p:nvPr/>
        </p:nvSpPr>
        <p:spPr>
          <a:xfrm>
            <a:off x="642067" y="3528389"/>
            <a:ext cx="11334585" cy="777240"/>
          </a:xfrm>
          <a:prstGeom prst="rect">
            <a:avLst/>
          </a:prstGeom>
          <a:noFill/>
          <a:ln/>
        </p:spPr>
        <p:txBody>
          <a:bodyPr wrap="square" lIns="0" tIns="0" rIns="0" bIns="0" rtlCol="0" anchor="ctr"/>
          <a:lstStyle/>
          <a:p>
            <a:pPr marL="0" indent="0">
              <a:lnSpc>
                <a:spcPct val="150000"/>
              </a:lnSpc>
              <a:buNone/>
            </a:pPr>
            <a:r>
              <a:rPr lang="en-US" sz="2800" dirty="0">
                <a:solidFill>
                  <a:srgbClr val="000000"/>
                </a:solidFill>
                <a:latin typeface="Arial" pitchFamily="34" charset="0"/>
                <a:ea typeface="Arial" pitchFamily="34" charset="-122"/>
                <a:cs typeface="Arial" pitchFamily="34" charset="-120"/>
              </a:rPr>
              <a:t>A Human–AI Collaborative Framework for Aortic Segmentation with Quality Assessment</a:t>
            </a:r>
            <a:endParaRPr lang="en-US" sz="2800" dirty="0"/>
          </a:p>
        </p:txBody>
      </p:sp>
      <p:sp>
        <p:nvSpPr>
          <p:cNvPr id="9" name="Shape 5"/>
          <p:cNvSpPr/>
          <p:nvPr/>
        </p:nvSpPr>
        <p:spPr>
          <a:xfrm>
            <a:off x="640079" y="5102749"/>
            <a:ext cx="10978763" cy="58641"/>
          </a:xfrm>
          <a:prstGeom prst="line">
            <a:avLst/>
          </a:prstGeom>
          <a:noFill/>
          <a:ln w="15875">
            <a:solidFill>
              <a:srgbClr val="000000"/>
            </a:solidFill>
            <a:prstDash val="solid"/>
          </a:ln>
        </p:spPr>
      </p:sp>
      <p:sp>
        <p:nvSpPr>
          <p:cNvPr id="10" name="Text 6"/>
          <p:cNvSpPr txBox="1"/>
          <p:nvPr/>
        </p:nvSpPr>
        <p:spPr>
          <a:xfrm>
            <a:off x="7299297" y="5422790"/>
            <a:ext cx="6766560" cy="1005840"/>
          </a:xfrm>
          <a:prstGeom prst="rect">
            <a:avLst/>
          </a:prstGeom>
          <a:noFill/>
          <a:ln/>
        </p:spPr>
        <p:txBody>
          <a:bodyPr wrap="square" lIns="0" tIns="0" rIns="0" bIns="0" rtlCol="0" anchor="ctr"/>
          <a:lstStyle/>
          <a:p>
            <a:pPr marL="0" indent="0">
              <a:lnSpc>
                <a:spcPct val="150000"/>
              </a:lnSpc>
              <a:spcAft>
                <a:spcPts val="300"/>
              </a:spcAft>
              <a:buNone/>
            </a:pPr>
            <a:r>
              <a:rPr lang="en-US" sz="1400" b="1" dirty="0">
                <a:solidFill>
                  <a:srgbClr val="000000"/>
                </a:solidFill>
                <a:latin typeface="Arial" pitchFamily="34" charset="0"/>
                <a:ea typeface="Arial" pitchFamily="34" charset="-122"/>
                <a:cs typeface="Arial" pitchFamily="34" charset="-120"/>
              </a:rPr>
              <a:t>Hsu Hlaing Hnin</a:t>
            </a:r>
            <a:endParaRPr lang="en-US" sz="1400" dirty="0"/>
          </a:p>
          <a:p>
            <a:pPr marL="0" indent="0">
              <a:lnSpc>
                <a:spcPct val="150000"/>
              </a:lnSpc>
              <a:spcAft>
                <a:spcPts val="300"/>
              </a:spcAft>
              <a:buNone/>
            </a:pPr>
            <a:r>
              <a:rPr lang="en-US" sz="1400" dirty="0">
                <a:solidFill>
                  <a:srgbClr val="000000"/>
                </a:solidFill>
                <a:latin typeface="Arial" pitchFamily="34" charset="0"/>
                <a:ea typeface="Arial" pitchFamily="34" charset="-122"/>
                <a:cs typeface="Arial" pitchFamily="34" charset="-120"/>
              </a:rPr>
              <a:t>MSc Data Science  ·  Queen Mary University of London</a:t>
            </a:r>
            <a:endParaRPr lang="en-US" sz="1400" dirty="0"/>
          </a:p>
          <a:p>
            <a:pPr marL="0" indent="0">
              <a:lnSpc>
                <a:spcPct val="150000"/>
              </a:lnSpc>
              <a:spcAft>
                <a:spcPts val="300"/>
              </a:spcAft>
              <a:buNone/>
            </a:pPr>
            <a:r>
              <a:rPr lang="en-US" sz="1400" dirty="0">
                <a:solidFill>
                  <a:srgbClr val="000000"/>
                </a:solidFill>
                <a:latin typeface="Arial" pitchFamily="34" charset="0"/>
                <a:ea typeface="Arial" pitchFamily="34" charset="-122"/>
                <a:cs typeface="Arial" pitchFamily="34" charset="-120"/>
              </a:rPr>
              <a:t>Supervisor: Dr Xu Chen </a:t>
            </a:r>
            <a:endParaRPr lang="en-US" sz="1400" dirty="0"/>
          </a:p>
        </p:txBody>
      </p:sp>
      <p:pic>
        <p:nvPicPr>
          <p:cNvPr id="1026" name="Picture 2" descr="Digital Environment Research Institute (DERI) | LinkedIn">
            <a:extLst>
              <a:ext uri="{FF2B5EF4-FFF2-40B4-BE49-F238E27FC236}">
                <a16:creationId xmlns:a16="http://schemas.microsoft.com/office/drawing/2014/main" id="{37C6F68E-A123-48B9-BDAA-8EFC5BCFE5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gital Environment Research Institute (DERI) | LinkedIn">
            <a:extLst>
              <a:ext uri="{FF2B5EF4-FFF2-40B4-BE49-F238E27FC236}">
                <a16:creationId xmlns:a16="http://schemas.microsoft.com/office/drawing/2014/main" id="{37C6F68E-A123-48B9-BDAA-8EFC5BCFE53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 0">
            <a:extLst>
              <a:ext uri="{FF2B5EF4-FFF2-40B4-BE49-F238E27FC236}">
                <a16:creationId xmlns:a16="http://schemas.microsoft.com/office/drawing/2014/main" id="{0CC774D4-80B1-476F-94D3-ECEF77B7B8B9}"/>
              </a:ext>
            </a:extLst>
          </p:cNvPr>
          <p:cNvSpPr txBox="1"/>
          <p:nvPr/>
        </p:nvSpPr>
        <p:spPr>
          <a:xfrm>
            <a:off x="430011" y="150125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Why Segment the Aorta?</a:t>
            </a:r>
            <a:endParaRPr lang="en-US" sz="3600" dirty="0"/>
          </a:p>
        </p:txBody>
      </p:sp>
      <p:grpSp>
        <p:nvGrpSpPr>
          <p:cNvPr id="12" name="Group 11">
            <a:extLst>
              <a:ext uri="{FF2B5EF4-FFF2-40B4-BE49-F238E27FC236}">
                <a16:creationId xmlns:a16="http://schemas.microsoft.com/office/drawing/2014/main" id="{CE0B7D9D-90CC-487B-94B1-D0D4C12690C5}"/>
              </a:ext>
            </a:extLst>
          </p:cNvPr>
          <p:cNvGrpSpPr/>
          <p:nvPr/>
        </p:nvGrpSpPr>
        <p:grpSpPr>
          <a:xfrm>
            <a:off x="7505190" y="1708381"/>
            <a:ext cx="4357614" cy="4771997"/>
            <a:chOff x="7008091" y="1662171"/>
            <a:chExt cx="4357614" cy="4771997"/>
          </a:xfrm>
        </p:grpSpPr>
        <p:sp>
          <p:nvSpPr>
            <p:cNvPr id="13" name="Shape 8">
              <a:extLst>
                <a:ext uri="{FF2B5EF4-FFF2-40B4-BE49-F238E27FC236}">
                  <a16:creationId xmlns:a16="http://schemas.microsoft.com/office/drawing/2014/main" id="{2599B021-1813-4DEE-A6B1-632A6CD01E93}"/>
                </a:ext>
              </a:extLst>
            </p:cNvPr>
            <p:cNvSpPr/>
            <p:nvPr/>
          </p:nvSpPr>
          <p:spPr>
            <a:xfrm>
              <a:off x="7188612" y="1662171"/>
              <a:ext cx="4177093" cy="4771997"/>
            </a:xfrm>
            <a:prstGeom prst="rect">
              <a:avLst/>
            </a:prstGeom>
            <a:solidFill>
              <a:srgbClr val="F0F0F0"/>
            </a:solidFill>
            <a:ln w="19050">
              <a:solidFill>
                <a:schemeClr val="tx1"/>
              </a:solidFill>
            </a:ln>
          </p:spPr>
        </p:sp>
        <p:pic>
          <p:nvPicPr>
            <p:cNvPr id="14" name="Picture 13">
              <a:extLst>
                <a:ext uri="{FF2B5EF4-FFF2-40B4-BE49-F238E27FC236}">
                  <a16:creationId xmlns:a16="http://schemas.microsoft.com/office/drawing/2014/main" id="{5E57D36D-2B85-4D07-8D96-2A4A3CA846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8091" y="2061116"/>
              <a:ext cx="2762403" cy="3718619"/>
            </a:xfrm>
            <a:prstGeom prst="rect">
              <a:avLst/>
            </a:prstGeom>
          </p:spPr>
        </p:pic>
        <p:sp>
          <p:nvSpPr>
            <p:cNvPr id="15" name="Text 6">
              <a:extLst>
                <a:ext uri="{FF2B5EF4-FFF2-40B4-BE49-F238E27FC236}">
                  <a16:creationId xmlns:a16="http://schemas.microsoft.com/office/drawing/2014/main" id="{074C1BFD-628A-42E5-9CC5-CEEA943DB078}"/>
                </a:ext>
              </a:extLst>
            </p:cNvPr>
            <p:cNvSpPr txBox="1"/>
            <p:nvPr/>
          </p:nvSpPr>
          <p:spPr>
            <a:xfrm>
              <a:off x="8191983" y="6041520"/>
              <a:ext cx="648981" cy="274320"/>
            </a:xfrm>
            <a:prstGeom prst="rect">
              <a:avLst/>
            </a:prstGeom>
            <a:noFill/>
            <a:ln/>
          </p:spPr>
          <p:txBody>
            <a:bodyPr wrap="square" lIns="0" tIns="0" rIns="0" bIns="0" rtlCol="0" anchor="ctr"/>
            <a:lstStyle/>
            <a:p>
              <a:pPr marL="0" indent="0">
                <a:buNone/>
              </a:pPr>
              <a:r>
                <a:rPr lang="en-US" sz="1250" b="1" dirty="0">
                  <a:latin typeface="Arial" pitchFamily="34" charset="0"/>
                  <a:cs typeface="Arial" pitchFamily="34" charset="-120"/>
                </a:rPr>
                <a:t>Aorta</a:t>
              </a:r>
              <a:endParaRPr lang="en-US" sz="1250" b="1" dirty="0"/>
            </a:p>
          </p:txBody>
        </p:sp>
        <p:sp>
          <p:nvSpPr>
            <p:cNvPr id="16" name="TextBox 15">
              <a:extLst>
                <a:ext uri="{FF2B5EF4-FFF2-40B4-BE49-F238E27FC236}">
                  <a16:creationId xmlns:a16="http://schemas.microsoft.com/office/drawing/2014/main" id="{628AFFC4-DF42-4F8A-8F51-5E4538A2D9F5}"/>
                </a:ext>
              </a:extLst>
            </p:cNvPr>
            <p:cNvSpPr txBox="1"/>
            <p:nvPr/>
          </p:nvSpPr>
          <p:spPr>
            <a:xfrm>
              <a:off x="9605080" y="6029734"/>
              <a:ext cx="1328904" cy="284693"/>
            </a:xfrm>
            <a:prstGeom prst="rect">
              <a:avLst/>
            </a:prstGeom>
            <a:noFill/>
          </p:spPr>
          <p:txBody>
            <a:bodyPr wrap="square">
              <a:spAutoFit/>
            </a:bodyPr>
            <a:lstStyle/>
            <a:p>
              <a:r>
                <a:rPr lang="en-US" sz="1250" b="1" dirty="0">
                  <a:latin typeface="Arial" pitchFamily="34" charset="0"/>
                  <a:cs typeface="Arial" pitchFamily="34" charset="-120"/>
                </a:rPr>
                <a:t>Axial CT scan</a:t>
              </a:r>
            </a:p>
          </p:txBody>
        </p:sp>
        <p:grpSp>
          <p:nvGrpSpPr>
            <p:cNvPr id="17" name="Group 16">
              <a:extLst>
                <a:ext uri="{FF2B5EF4-FFF2-40B4-BE49-F238E27FC236}">
                  <a16:creationId xmlns:a16="http://schemas.microsoft.com/office/drawing/2014/main" id="{9687B172-148E-4DE5-B4F4-BEE220591572}"/>
                </a:ext>
              </a:extLst>
            </p:cNvPr>
            <p:cNvGrpSpPr/>
            <p:nvPr/>
          </p:nvGrpSpPr>
          <p:grpSpPr>
            <a:xfrm>
              <a:off x="9672919" y="1941009"/>
              <a:ext cx="1088338" cy="3968984"/>
              <a:chOff x="5716208" y="2287524"/>
              <a:chExt cx="984574" cy="3968984"/>
            </a:xfrm>
          </p:grpSpPr>
          <p:pic>
            <p:nvPicPr>
              <p:cNvPr id="18" name="Picture 17">
                <a:extLst>
                  <a:ext uri="{FF2B5EF4-FFF2-40B4-BE49-F238E27FC236}">
                    <a16:creationId xmlns:a16="http://schemas.microsoft.com/office/drawing/2014/main" id="{38A58F42-D55F-429E-AF83-F86C53BCED5D}"/>
                  </a:ext>
                </a:extLst>
              </p:cNvPr>
              <p:cNvPicPr>
                <a:picLocks noChangeAspect="1"/>
              </p:cNvPicPr>
              <p:nvPr/>
            </p:nvPicPr>
            <p:blipFill>
              <a:blip r:embed="rId5"/>
              <a:stretch>
                <a:fillRect/>
              </a:stretch>
            </p:blipFill>
            <p:spPr>
              <a:xfrm>
                <a:off x="5716717" y="2287524"/>
                <a:ext cx="983556" cy="914400"/>
              </a:xfrm>
              <a:prstGeom prst="rect">
                <a:avLst/>
              </a:prstGeom>
            </p:spPr>
          </p:pic>
          <p:pic>
            <p:nvPicPr>
              <p:cNvPr id="19" name="Picture 18">
                <a:extLst>
                  <a:ext uri="{FF2B5EF4-FFF2-40B4-BE49-F238E27FC236}">
                    <a16:creationId xmlns:a16="http://schemas.microsoft.com/office/drawing/2014/main" id="{28CBC3ED-E907-4610-B3AC-ED1A9529A619}"/>
                  </a:ext>
                </a:extLst>
              </p:cNvPr>
              <p:cNvPicPr>
                <a:picLocks noChangeAspect="1"/>
              </p:cNvPicPr>
              <p:nvPr/>
            </p:nvPicPr>
            <p:blipFill rotWithShape="1">
              <a:blip r:embed="rId6"/>
              <a:srcRect t="1332" r="67216"/>
              <a:stretch/>
            </p:blipFill>
            <p:spPr>
              <a:xfrm>
                <a:off x="5716208" y="3311513"/>
                <a:ext cx="984065" cy="914400"/>
              </a:xfrm>
              <a:prstGeom prst="rect">
                <a:avLst/>
              </a:prstGeom>
            </p:spPr>
          </p:pic>
          <p:pic>
            <p:nvPicPr>
              <p:cNvPr id="20" name="Picture 19">
                <a:extLst>
                  <a:ext uri="{FF2B5EF4-FFF2-40B4-BE49-F238E27FC236}">
                    <a16:creationId xmlns:a16="http://schemas.microsoft.com/office/drawing/2014/main" id="{C153D611-928B-46CF-86A8-144884912990}"/>
                  </a:ext>
                </a:extLst>
              </p:cNvPr>
              <p:cNvPicPr>
                <a:picLocks noChangeAspect="1"/>
              </p:cNvPicPr>
              <p:nvPr/>
            </p:nvPicPr>
            <p:blipFill rotWithShape="1">
              <a:blip r:embed="rId6"/>
              <a:srcRect l="34150" t="1332" r="33066"/>
              <a:stretch/>
            </p:blipFill>
            <p:spPr>
              <a:xfrm>
                <a:off x="5716717" y="4329684"/>
                <a:ext cx="984065" cy="914400"/>
              </a:xfrm>
              <a:prstGeom prst="rect">
                <a:avLst/>
              </a:prstGeom>
            </p:spPr>
          </p:pic>
          <p:pic>
            <p:nvPicPr>
              <p:cNvPr id="21" name="Picture 20">
                <a:extLst>
                  <a:ext uri="{FF2B5EF4-FFF2-40B4-BE49-F238E27FC236}">
                    <a16:creationId xmlns:a16="http://schemas.microsoft.com/office/drawing/2014/main" id="{985662E8-BA04-4082-91D0-90AC67A53B63}"/>
                  </a:ext>
                </a:extLst>
              </p:cNvPr>
              <p:cNvPicPr>
                <a:picLocks noChangeAspect="1"/>
              </p:cNvPicPr>
              <p:nvPr/>
            </p:nvPicPr>
            <p:blipFill rotWithShape="1">
              <a:blip r:embed="rId6"/>
              <a:srcRect l="68300" t="1731" b="-1"/>
              <a:stretch/>
            </p:blipFill>
            <p:spPr>
              <a:xfrm>
                <a:off x="5716208" y="5342108"/>
                <a:ext cx="984574" cy="914400"/>
              </a:xfrm>
              <a:prstGeom prst="rect">
                <a:avLst/>
              </a:prstGeom>
            </p:spPr>
          </p:pic>
        </p:grpSp>
      </p:grpSp>
      <p:sp>
        <p:nvSpPr>
          <p:cNvPr id="25" name="Shape 3">
            <a:extLst>
              <a:ext uri="{FF2B5EF4-FFF2-40B4-BE49-F238E27FC236}">
                <a16:creationId xmlns:a16="http://schemas.microsoft.com/office/drawing/2014/main" id="{F504446F-B16B-46C4-BB4C-5B819E3C754D}"/>
              </a:ext>
            </a:extLst>
          </p:cNvPr>
          <p:cNvSpPr/>
          <p:nvPr/>
        </p:nvSpPr>
        <p:spPr>
          <a:xfrm>
            <a:off x="430011" y="2512132"/>
            <a:ext cx="365760" cy="365760"/>
          </a:xfrm>
          <a:prstGeom prst="rect">
            <a:avLst/>
          </a:prstGeom>
          <a:solidFill>
            <a:srgbClr val="000000"/>
          </a:solidFill>
          <a:ln/>
        </p:spPr>
      </p:sp>
      <p:sp>
        <p:nvSpPr>
          <p:cNvPr id="26" name="Text 4">
            <a:extLst>
              <a:ext uri="{FF2B5EF4-FFF2-40B4-BE49-F238E27FC236}">
                <a16:creationId xmlns:a16="http://schemas.microsoft.com/office/drawing/2014/main" id="{B9A4088C-6C88-4500-BCFD-D9C764598760}"/>
              </a:ext>
            </a:extLst>
          </p:cNvPr>
          <p:cNvSpPr txBox="1"/>
          <p:nvPr/>
        </p:nvSpPr>
        <p:spPr>
          <a:xfrm>
            <a:off x="430011" y="2512132"/>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27" name="Text 5">
            <a:extLst>
              <a:ext uri="{FF2B5EF4-FFF2-40B4-BE49-F238E27FC236}">
                <a16:creationId xmlns:a16="http://schemas.microsoft.com/office/drawing/2014/main" id="{FC9FABCE-0868-4323-B0FF-4709D845C1B6}"/>
              </a:ext>
            </a:extLst>
          </p:cNvPr>
          <p:cNvSpPr txBox="1"/>
          <p:nvPr/>
        </p:nvSpPr>
        <p:spPr>
          <a:xfrm>
            <a:off x="996939" y="2535732"/>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ea typeface="Arial" pitchFamily="34" charset="-122"/>
                <a:cs typeface="Arial" pitchFamily="34" charset="-120"/>
              </a:rPr>
              <a:t>Main artery from the heart</a:t>
            </a:r>
            <a:endParaRPr lang="en-US" dirty="0"/>
          </a:p>
        </p:txBody>
      </p:sp>
      <p:sp>
        <p:nvSpPr>
          <p:cNvPr id="32" name="Text 5">
            <a:extLst>
              <a:ext uri="{FF2B5EF4-FFF2-40B4-BE49-F238E27FC236}">
                <a16:creationId xmlns:a16="http://schemas.microsoft.com/office/drawing/2014/main" id="{2EF45051-3DBF-422D-BD77-F30F8AF1B356}"/>
              </a:ext>
            </a:extLst>
          </p:cNvPr>
          <p:cNvSpPr txBox="1"/>
          <p:nvPr/>
        </p:nvSpPr>
        <p:spPr>
          <a:xfrm>
            <a:off x="996939" y="2834653"/>
            <a:ext cx="5102352" cy="292608"/>
          </a:xfrm>
          <a:prstGeom prst="rect">
            <a:avLst/>
          </a:prstGeom>
          <a:noFill/>
          <a:ln/>
        </p:spPr>
        <p:txBody>
          <a:bodyPr wrap="square" lIns="0" tIns="0" rIns="0" bIns="0" rtlCol="0" anchor="ctr"/>
          <a:lstStyle/>
          <a:p>
            <a:pPr marL="0" indent="0">
              <a:buNone/>
            </a:pPr>
            <a:r>
              <a:rPr lang="en-US" sz="1400" dirty="0"/>
              <a:t>Carries blood from the heart to the rest of the body</a:t>
            </a:r>
            <a:endParaRPr lang="en-US" sz="1600" dirty="0"/>
          </a:p>
        </p:txBody>
      </p:sp>
      <p:grpSp>
        <p:nvGrpSpPr>
          <p:cNvPr id="2" name="Group 1">
            <a:extLst>
              <a:ext uri="{FF2B5EF4-FFF2-40B4-BE49-F238E27FC236}">
                <a16:creationId xmlns:a16="http://schemas.microsoft.com/office/drawing/2014/main" id="{2F12BDB8-DB32-458A-8DE9-1F8E018CF5B7}"/>
              </a:ext>
            </a:extLst>
          </p:cNvPr>
          <p:cNvGrpSpPr/>
          <p:nvPr/>
        </p:nvGrpSpPr>
        <p:grpSpPr>
          <a:xfrm>
            <a:off x="430011" y="3510665"/>
            <a:ext cx="5669280" cy="622297"/>
            <a:chOff x="430011" y="3510665"/>
            <a:chExt cx="5669280" cy="622297"/>
          </a:xfrm>
        </p:grpSpPr>
        <p:grpSp>
          <p:nvGrpSpPr>
            <p:cNvPr id="28" name="Group 27">
              <a:extLst>
                <a:ext uri="{FF2B5EF4-FFF2-40B4-BE49-F238E27FC236}">
                  <a16:creationId xmlns:a16="http://schemas.microsoft.com/office/drawing/2014/main" id="{60DF69DF-C30C-4CB5-B566-23320430161F}"/>
                </a:ext>
              </a:extLst>
            </p:cNvPr>
            <p:cNvGrpSpPr/>
            <p:nvPr/>
          </p:nvGrpSpPr>
          <p:grpSpPr>
            <a:xfrm>
              <a:off x="430011" y="3510665"/>
              <a:ext cx="365760" cy="366770"/>
              <a:chOff x="640080" y="2606040"/>
              <a:chExt cx="365760" cy="366770"/>
            </a:xfrm>
          </p:grpSpPr>
          <p:sp>
            <p:nvSpPr>
              <p:cNvPr id="29" name="Shape 7">
                <a:extLst>
                  <a:ext uri="{FF2B5EF4-FFF2-40B4-BE49-F238E27FC236}">
                    <a16:creationId xmlns:a16="http://schemas.microsoft.com/office/drawing/2014/main" id="{3FDE17BB-D5BF-4C4F-90A4-0E6DE297DD88}"/>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30" name="Text 8">
                <a:extLst>
                  <a:ext uri="{FF2B5EF4-FFF2-40B4-BE49-F238E27FC236}">
                    <a16:creationId xmlns:a16="http://schemas.microsoft.com/office/drawing/2014/main" id="{4AE4952F-49A8-4FA9-B34F-E6E46F86F429}"/>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grpSp>
        <p:sp>
          <p:nvSpPr>
            <p:cNvPr id="31" name="Text 9">
              <a:extLst>
                <a:ext uri="{FF2B5EF4-FFF2-40B4-BE49-F238E27FC236}">
                  <a16:creationId xmlns:a16="http://schemas.microsoft.com/office/drawing/2014/main" id="{B26A20F4-F588-4166-A62B-26E2CB8F780C}"/>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Clinical importance </a:t>
              </a:r>
            </a:p>
          </p:txBody>
        </p:sp>
        <p:sp>
          <p:nvSpPr>
            <p:cNvPr id="33" name="Text 5">
              <a:extLst>
                <a:ext uri="{FF2B5EF4-FFF2-40B4-BE49-F238E27FC236}">
                  <a16:creationId xmlns:a16="http://schemas.microsoft.com/office/drawing/2014/main" id="{F85F23C3-B6E5-4A80-8B37-F02382D99FF2}"/>
                </a:ext>
              </a:extLst>
            </p:cNvPr>
            <p:cNvSpPr txBox="1"/>
            <p:nvPr/>
          </p:nvSpPr>
          <p:spPr>
            <a:xfrm>
              <a:off x="996939" y="3840354"/>
              <a:ext cx="5102352" cy="292608"/>
            </a:xfrm>
            <a:prstGeom prst="rect">
              <a:avLst/>
            </a:prstGeom>
            <a:noFill/>
            <a:ln/>
          </p:spPr>
          <p:txBody>
            <a:bodyPr wrap="square" lIns="0" tIns="0" rIns="0" bIns="0" rtlCol="0" anchor="ctr"/>
            <a:lstStyle/>
            <a:p>
              <a:pPr marL="0" indent="0">
                <a:buNone/>
              </a:pPr>
              <a:r>
                <a:rPr lang="en-US" sz="1400" dirty="0"/>
                <a:t>Supports measurement, assessment, and treatment planning</a:t>
              </a:r>
              <a:endParaRPr lang="en-US" sz="1600" dirty="0"/>
            </a:p>
          </p:txBody>
        </p:sp>
      </p:grpSp>
      <p:grpSp>
        <p:nvGrpSpPr>
          <p:cNvPr id="34" name="Group 33">
            <a:extLst>
              <a:ext uri="{FF2B5EF4-FFF2-40B4-BE49-F238E27FC236}">
                <a16:creationId xmlns:a16="http://schemas.microsoft.com/office/drawing/2014/main" id="{F50EC763-C4ED-4A01-9E21-3E59D7CE9632}"/>
              </a:ext>
            </a:extLst>
          </p:cNvPr>
          <p:cNvGrpSpPr/>
          <p:nvPr/>
        </p:nvGrpSpPr>
        <p:grpSpPr>
          <a:xfrm>
            <a:off x="430011" y="4510274"/>
            <a:ext cx="5669280" cy="622297"/>
            <a:chOff x="430011" y="3510665"/>
            <a:chExt cx="5669280" cy="622297"/>
          </a:xfrm>
        </p:grpSpPr>
        <p:grpSp>
          <p:nvGrpSpPr>
            <p:cNvPr id="35" name="Group 34">
              <a:extLst>
                <a:ext uri="{FF2B5EF4-FFF2-40B4-BE49-F238E27FC236}">
                  <a16:creationId xmlns:a16="http://schemas.microsoft.com/office/drawing/2014/main" id="{42E06EEF-407C-4400-8877-752C076CDC6B}"/>
                </a:ext>
              </a:extLst>
            </p:cNvPr>
            <p:cNvGrpSpPr/>
            <p:nvPr/>
          </p:nvGrpSpPr>
          <p:grpSpPr>
            <a:xfrm>
              <a:off x="430011" y="3510665"/>
              <a:ext cx="365760" cy="366770"/>
              <a:chOff x="640080" y="2606040"/>
              <a:chExt cx="365760" cy="366770"/>
            </a:xfrm>
          </p:grpSpPr>
          <p:sp>
            <p:nvSpPr>
              <p:cNvPr id="38" name="Shape 7">
                <a:extLst>
                  <a:ext uri="{FF2B5EF4-FFF2-40B4-BE49-F238E27FC236}">
                    <a16:creationId xmlns:a16="http://schemas.microsoft.com/office/drawing/2014/main" id="{5498F3E9-0230-4B40-9492-DC06919A934B}"/>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39" name="Text 8">
                <a:extLst>
                  <a:ext uri="{FF2B5EF4-FFF2-40B4-BE49-F238E27FC236}">
                    <a16:creationId xmlns:a16="http://schemas.microsoft.com/office/drawing/2014/main" id="{D03C4972-3F7D-4954-ACB9-ED42CC06E7B1}"/>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grpSp>
        <p:sp>
          <p:nvSpPr>
            <p:cNvPr id="36" name="Text 9">
              <a:extLst>
                <a:ext uri="{FF2B5EF4-FFF2-40B4-BE49-F238E27FC236}">
                  <a16:creationId xmlns:a16="http://schemas.microsoft.com/office/drawing/2014/main" id="{EE6979F8-D03D-460F-B615-2C94767BC605}"/>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Complex 3D structure</a:t>
              </a:r>
            </a:p>
          </p:txBody>
        </p:sp>
        <p:sp>
          <p:nvSpPr>
            <p:cNvPr id="37" name="Text 5">
              <a:extLst>
                <a:ext uri="{FF2B5EF4-FFF2-40B4-BE49-F238E27FC236}">
                  <a16:creationId xmlns:a16="http://schemas.microsoft.com/office/drawing/2014/main" id="{F83A8966-A91F-42FE-BB6B-09A45F22A0DB}"/>
                </a:ext>
              </a:extLst>
            </p:cNvPr>
            <p:cNvSpPr txBox="1"/>
            <p:nvPr/>
          </p:nvSpPr>
          <p:spPr>
            <a:xfrm>
              <a:off x="996939" y="3840354"/>
              <a:ext cx="5102352" cy="292608"/>
            </a:xfrm>
            <a:prstGeom prst="rect">
              <a:avLst/>
            </a:prstGeom>
            <a:noFill/>
            <a:ln/>
          </p:spPr>
          <p:txBody>
            <a:bodyPr wrap="square" lIns="0" tIns="0" rIns="0" bIns="0" rtlCol="0" anchor="ctr"/>
            <a:lstStyle/>
            <a:p>
              <a:pPr marL="0" indent="0">
                <a:buNone/>
              </a:pPr>
              <a:r>
                <a:rPr lang="en-US" sz="1400" dirty="0"/>
                <a:t>Trace consistently across multiple slices </a:t>
              </a:r>
              <a:endParaRPr lang="en-US" sz="1600" dirty="0"/>
            </a:p>
          </p:txBody>
        </p:sp>
      </p:grpSp>
      <p:grpSp>
        <p:nvGrpSpPr>
          <p:cNvPr id="40" name="Group 39">
            <a:extLst>
              <a:ext uri="{FF2B5EF4-FFF2-40B4-BE49-F238E27FC236}">
                <a16:creationId xmlns:a16="http://schemas.microsoft.com/office/drawing/2014/main" id="{6AEC5D5A-CA3E-4846-9112-03A0E07417B2}"/>
              </a:ext>
            </a:extLst>
          </p:cNvPr>
          <p:cNvGrpSpPr/>
          <p:nvPr/>
        </p:nvGrpSpPr>
        <p:grpSpPr>
          <a:xfrm>
            <a:off x="430011" y="5514796"/>
            <a:ext cx="5669280" cy="748995"/>
            <a:chOff x="430011" y="3510665"/>
            <a:chExt cx="5669280" cy="748995"/>
          </a:xfrm>
        </p:grpSpPr>
        <p:grpSp>
          <p:nvGrpSpPr>
            <p:cNvPr id="41" name="Group 40">
              <a:extLst>
                <a:ext uri="{FF2B5EF4-FFF2-40B4-BE49-F238E27FC236}">
                  <a16:creationId xmlns:a16="http://schemas.microsoft.com/office/drawing/2014/main" id="{0A0EDF50-FBDB-4D04-B7B7-8B958500BB41}"/>
                </a:ext>
              </a:extLst>
            </p:cNvPr>
            <p:cNvGrpSpPr/>
            <p:nvPr/>
          </p:nvGrpSpPr>
          <p:grpSpPr>
            <a:xfrm>
              <a:off x="430011" y="3510665"/>
              <a:ext cx="365760" cy="366770"/>
              <a:chOff x="640080" y="2606040"/>
              <a:chExt cx="365760" cy="366770"/>
            </a:xfrm>
          </p:grpSpPr>
          <p:sp>
            <p:nvSpPr>
              <p:cNvPr id="44" name="Shape 7">
                <a:extLst>
                  <a:ext uri="{FF2B5EF4-FFF2-40B4-BE49-F238E27FC236}">
                    <a16:creationId xmlns:a16="http://schemas.microsoft.com/office/drawing/2014/main" id="{B449AD2D-7724-4955-AEB3-7F39C3649FE9}"/>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45" name="Text 8">
                <a:extLst>
                  <a:ext uri="{FF2B5EF4-FFF2-40B4-BE49-F238E27FC236}">
                    <a16:creationId xmlns:a16="http://schemas.microsoft.com/office/drawing/2014/main" id="{B11E219A-A4E6-4043-A589-6F6F9CF77339}"/>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04</a:t>
                </a:r>
                <a:endParaRPr lang="en-US" sz="1500" dirty="0"/>
              </a:p>
            </p:txBody>
          </p:sp>
        </p:grpSp>
        <p:sp>
          <p:nvSpPr>
            <p:cNvPr id="42" name="Text 9">
              <a:extLst>
                <a:ext uri="{FF2B5EF4-FFF2-40B4-BE49-F238E27FC236}">
                  <a16:creationId xmlns:a16="http://schemas.microsoft.com/office/drawing/2014/main" id="{966E24FA-B834-4431-AF13-4900B758093C}"/>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Subtle Tissue Boundaries</a:t>
              </a:r>
            </a:p>
          </p:txBody>
        </p:sp>
        <p:sp>
          <p:nvSpPr>
            <p:cNvPr id="43" name="Text 5">
              <a:extLst>
                <a:ext uri="{FF2B5EF4-FFF2-40B4-BE49-F238E27FC236}">
                  <a16:creationId xmlns:a16="http://schemas.microsoft.com/office/drawing/2014/main" id="{1E506ABE-4449-4FBC-8CB5-D2D92BAFDB28}"/>
                </a:ext>
              </a:extLst>
            </p:cNvPr>
            <p:cNvSpPr txBox="1"/>
            <p:nvPr/>
          </p:nvSpPr>
          <p:spPr>
            <a:xfrm>
              <a:off x="996939" y="3967052"/>
              <a:ext cx="5102352" cy="292608"/>
            </a:xfrm>
            <a:prstGeom prst="rect">
              <a:avLst/>
            </a:prstGeom>
            <a:noFill/>
            <a:ln/>
          </p:spPr>
          <p:txBody>
            <a:bodyPr wrap="square" lIns="0" tIns="0" rIns="0" bIns="0" rtlCol="0" anchor="ctr"/>
            <a:lstStyle/>
            <a:p>
              <a:pPr marL="0" indent="0">
                <a:buNone/>
              </a:pPr>
              <a:r>
                <a:rPr lang="en-US" sz="1400" dirty="0"/>
                <a:t>Distinguish the aortic boundary under low contrast, calcification, and abnormal anatomy</a:t>
              </a:r>
              <a:endParaRPr lang="en-US" sz="1600" dirty="0"/>
            </a:p>
          </p:txBody>
        </p:sp>
      </p:grpSp>
    </p:spTree>
    <p:extLst>
      <p:ext uri="{BB962C8B-B14F-4D97-AF65-F5344CB8AC3E}">
        <p14:creationId xmlns:p14="http://schemas.microsoft.com/office/powerpoint/2010/main" val="1970811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16519" y="142396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What</a:t>
            </a:r>
            <a:r>
              <a:rPr lang="en-US" sz="3600" b="1" kern="0" spc="100" dirty="0">
                <a:solidFill>
                  <a:srgbClr val="595959"/>
                </a:solidFill>
                <a:latin typeface="Arial" pitchFamily="34" charset="0"/>
                <a:ea typeface="Arial" pitchFamily="34" charset="-122"/>
                <a:cs typeface="Arial" pitchFamily="34" charset="-120"/>
              </a:rPr>
              <a:t> </a:t>
            </a:r>
            <a:r>
              <a:rPr lang="en-US" sz="3600" b="1" dirty="0">
                <a:solidFill>
                  <a:srgbClr val="000000"/>
                </a:solidFill>
                <a:latin typeface="Arial" pitchFamily="34" charset="0"/>
                <a:cs typeface="Arial" pitchFamily="34" charset="-120"/>
              </a:rPr>
              <a:t>Existing Methods Leave Unsolved?</a:t>
            </a:r>
          </a:p>
        </p:txBody>
      </p:sp>
      <p:pic>
        <p:nvPicPr>
          <p:cNvPr id="25" name="Picture 2" descr="Digital Environment Research Institute (DERI) | LinkedIn">
            <a:extLst>
              <a:ext uri="{FF2B5EF4-FFF2-40B4-BE49-F238E27FC236}">
                <a16:creationId xmlns:a16="http://schemas.microsoft.com/office/drawing/2014/main" id="{EA861644-E886-4EFF-B6F9-DC3D2EDE69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grpSp>
        <p:nvGrpSpPr>
          <p:cNvPr id="42" name="Group 41">
            <a:extLst>
              <a:ext uri="{FF2B5EF4-FFF2-40B4-BE49-F238E27FC236}">
                <a16:creationId xmlns:a16="http://schemas.microsoft.com/office/drawing/2014/main" id="{D152B188-2210-4C6C-9192-8B5FD39D1BDE}"/>
              </a:ext>
            </a:extLst>
          </p:cNvPr>
          <p:cNvGrpSpPr/>
          <p:nvPr/>
        </p:nvGrpSpPr>
        <p:grpSpPr>
          <a:xfrm>
            <a:off x="678716" y="2773434"/>
            <a:ext cx="5669280" cy="622297"/>
            <a:chOff x="430011" y="3510665"/>
            <a:chExt cx="5669280" cy="622297"/>
          </a:xfrm>
        </p:grpSpPr>
        <p:grpSp>
          <p:nvGrpSpPr>
            <p:cNvPr id="43" name="Group 42">
              <a:extLst>
                <a:ext uri="{FF2B5EF4-FFF2-40B4-BE49-F238E27FC236}">
                  <a16:creationId xmlns:a16="http://schemas.microsoft.com/office/drawing/2014/main" id="{4F6D578B-0038-4D54-A3B6-F96574DD1CBD}"/>
                </a:ext>
              </a:extLst>
            </p:cNvPr>
            <p:cNvGrpSpPr/>
            <p:nvPr/>
          </p:nvGrpSpPr>
          <p:grpSpPr>
            <a:xfrm>
              <a:off x="430011" y="3510665"/>
              <a:ext cx="365760" cy="365760"/>
              <a:chOff x="640080" y="2606040"/>
              <a:chExt cx="365760" cy="365760"/>
            </a:xfrm>
          </p:grpSpPr>
          <p:sp>
            <p:nvSpPr>
              <p:cNvPr id="46" name="Shape 7">
                <a:extLst>
                  <a:ext uri="{FF2B5EF4-FFF2-40B4-BE49-F238E27FC236}">
                    <a16:creationId xmlns:a16="http://schemas.microsoft.com/office/drawing/2014/main" id="{A8D6F1CF-EC10-446B-B862-2ED65DB90105}"/>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47" name="Text 8">
                <a:extLst>
                  <a:ext uri="{FF2B5EF4-FFF2-40B4-BE49-F238E27FC236}">
                    <a16:creationId xmlns:a16="http://schemas.microsoft.com/office/drawing/2014/main" id="{D8BC27A6-4DC4-4E9B-B2ED-74BC3C4604A1}"/>
                  </a:ext>
                </a:extLst>
              </p:cNvPr>
              <p:cNvSpPr txBox="1"/>
              <p:nvPr/>
            </p:nvSpPr>
            <p:spPr>
              <a:xfrm>
                <a:off x="700500" y="2645725"/>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grpSp>
        <p:sp>
          <p:nvSpPr>
            <p:cNvPr id="44" name="Text 9">
              <a:extLst>
                <a:ext uri="{FF2B5EF4-FFF2-40B4-BE49-F238E27FC236}">
                  <a16:creationId xmlns:a16="http://schemas.microsoft.com/office/drawing/2014/main" id="{BE1F1D3C-E184-4D3A-B6E8-B7E4BC69C4B7}"/>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Manual segmentation</a:t>
              </a:r>
            </a:p>
          </p:txBody>
        </p:sp>
        <p:sp>
          <p:nvSpPr>
            <p:cNvPr id="45" name="Text 5">
              <a:extLst>
                <a:ext uri="{FF2B5EF4-FFF2-40B4-BE49-F238E27FC236}">
                  <a16:creationId xmlns:a16="http://schemas.microsoft.com/office/drawing/2014/main" id="{759A057A-B64F-496E-A400-26E581555654}"/>
                </a:ext>
              </a:extLst>
            </p:cNvPr>
            <p:cNvSpPr txBox="1"/>
            <p:nvPr/>
          </p:nvSpPr>
          <p:spPr>
            <a:xfrm>
              <a:off x="996939" y="3840354"/>
              <a:ext cx="5102352" cy="292608"/>
            </a:xfrm>
            <a:prstGeom prst="rect">
              <a:avLst/>
            </a:prstGeom>
            <a:noFill/>
            <a:ln/>
          </p:spPr>
          <p:txBody>
            <a:bodyPr wrap="square" lIns="0" tIns="0" rIns="0" bIns="0" rtlCol="0" anchor="ctr"/>
            <a:lstStyle/>
            <a:p>
              <a:pPr marL="0" indent="0">
                <a:buNone/>
              </a:pPr>
              <a:r>
                <a:rPr lang="en-US" sz="1400" dirty="0"/>
                <a:t>Time-consuming and </a:t>
              </a:r>
              <a:r>
                <a:rPr lang="en-US" sz="1400" dirty="0" err="1"/>
                <a:t>labour-intensive</a:t>
              </a:r>
              <a:endParaRPr lang="en-US" sz="1600" dirty="0"/>
            </a:p>
          </p:txBody>
        </p:sp>
      </p:grpSp>
      <p:grpSp>
        <p:nvGrpSpPr>
          <p:cNvPr id="48" name="Group 47">
            <a:extLst>
              <a:ext uri="{FF2B5EF4-FFF2-40B4-BE49-F238E27FC236}">
                <a16:creationId xmlns:a16="http://schemas.microsoft.com/office/drawing/2014/main" id="{044B388F-F7E0-4324-BA24-149E54C107B3}"/>
              </a:ext>
            </a:extLst>
          </p:cNvPr>
          <p:cNvGrpSpPr/>
          <p:nvPr/>
        </p:nvGrpSpPr>
        <p:grpSpPr>
          <a:xfrm>
            <a:off x="678716" y="3868669"/>
            <a:ext cx="5669280" cy="622297"/>
            <a:chOff x="430011" y="3510665"/>
            <a:chExt cx="5669280" cy="622297"/>
          </a:xfrm>
        </p:grpSpPr>
        <p:grpSp>
          <p:nvGrpSpPr>
            <p:cNvPr id="49" name="Group 48">
              <a:extLst>
                <a:ext uri="{FF2B5EF4-FFF2-40B4-BE49-F238E27FC236}">
                  <a16:creationId xmlns:a16="http://schemas.microsoft.com/office/drawing/2014/main" id="{98A69125-3090-430F-9401-EBD62F7A044F}"/>
                </a:ext>
              </a:extLst>
            </p:cNvPr>
            <p:cNvGrpSpPr/>
            <p:nvPr/>
          </p:nvGrpSpPr>
          <p:grpSpPr>
            <a:xfrm>
              <a:off x="430011" y="3510665"/>
              <a:ext cx="365760" cy="366770"/>
              <a:chOff x="640080" y="2606040"/>
              <a:chExt cx="365760" cy="366770"/>
            </a:xfrm>
          </p:grpSpPr>
          <p:sp>
            <p:nvSpPr>
              <p:cNvPr id="52" name="Shape 7">
                <a:extLst>
                  <a:ext uri="{FF2B5EF4-FFF2-40B4-BE49-F238E27FC236}">
                    <a16:creationId xmlns:a16="http://schemas.microsoft.com/office/drawing/2014/main" id="{9281ECD3-6394-49F6-9CCD-717DDEFD03F0}"/>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53" name="Text 8">
                <a:extLst>
                  <a:ext uri="{FF2B5EF4-FFF2-40B4-BE49-F238E27FC236}">
                    <a16:creationId xmlns:a16="http://schemas.microsoft.com/office/drawing/2014/main" id="{C63221F0-31B4-4436-B4F6-5A6768586D53}"/>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grpSp>
        <p:sp>
          <p:nvSpPr>
            <p:cNvPr id="50" name="Text 9">
              <a:extLst>
                <a:ext uri="{FF2B5EF4-FFF2-40B4-BE49-F238E27FC236}">
                  <a16:creationId xmlns:a16="http://schemas.microsoft.com/office/drawing/2014/main" id="{4713175D-74AB-4296-8A5C-B4A699335BB6}"/>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Automatic segmentation</a:t>
              </a:r>
            </a:p>
          </p:txBody>
        </p:sp>
        <p:sp>
          <p:nvSpPr>
            <p:cNvPr id="51" name="Text 5">
              <a:extLst>
                <a:ext uri="{FF2B5EF4-FFF2-40B4-BE49-F238E27FC236}">
                  <a16:creationId xmlns:a16="http://schemas.microsoft.com/office/drawing/2014/main" id="{8CDCE324-7BB6-48F3-B46E-70BE74B9B566}"/>
                </a:ext>
              </a:extLst>
            </p:cNvPr>
            <p:cNvSpPr txBox="1"/>
            <p:nvPr/>
          </p:nvSpPr>
          <p:spPr>
            <a:xfrm>
              <a:off x="996939" y="3840354"/>
              <a:ext cx="5102352" cy="292608"/>
            </a:xfrm>
            <a:prstGeom prst="rect">
              <a:avLst/>
            </a:prstGeom>
            <a:noFill/>
            <a:ln/>
          </p:spPr>
          <p:txBody>
            <a:bodyPr wrap="square" lIns="0" tIns="0" rIns="0" bIns="0" rtlCol="0" anchor="ctr"/>
            <a:lstStyle/>
            <a:p>
              <a:pPr marL="0" indent="0">
                <a:buNone/>
              </a:pPr>
              <a:r>
                <a:rPr lang="en-US" sz="1400" dirty="0"/>
                <a:t>Produce one fixed prediction: fails on rare anatomy</a:t>
              </a:r>
              <a:endParaRPr lang="en-US" sz="1600" dirty="0"/>
            </a:p>
          </p:txBody>
        </p:sp>
      </p:grpSp>
      <p:grpSp>
        <p:nvGrpSpPr>
          <p:cNvPr id="54" name="Group 53">
            <a:extLst>
              <a:ext uri="{FF2B5EF4-FFF2-40B4-BE49-F238E27FC236}">
                <a16:creationId xmlns:a16="http://schemas.microsoft.com/office/drawing/2014/main" id="{643D0E8D-8D27-4AEA-8A01-F1D352422BE5}"/>
              </a:ext>
            </a:extLst>
          </p:cNvPr>
          <p:cNvGrpSpPr/>
          <p:nvPr/>
        </p:nvGrpSpPr>
        <p:grpSpPr>
          <a:xfrm>
            <a:off x="678716" y="4962894"/>
            <a:ext cx="5669280" cy="622297"/>
            <a:chOff x="430011" y="3510665"/>
            <a:chExt cx="5669280" cy="622297"/>
          </a:xfrm>
        </p:grpSpPr>
        <p:grpSp>
          <p:nvGrpSpPr>
            <p:cNvPr id="55" name="Group 54">
              <a:extLst>
                <a:ext uri="{FF2B5EF4-FFF2-40B4-BE49-F238E27FC236}">
                  <a16:creationId xmlns:a16="http://schemas.microsoft.com/office/drawing/2014/main" id="{03794395-2B26-415F-A2CB-205B96C9092C}"/>
                </a:ext>
              </a:extLst>
            </p:cNvPr>
            <p:cNvGrpSpPr/>
            <p:nvPr/>
          </p:nvGrpSpPr>
          <p:grpSpPr>
            <a:xfrm>
              <a:off x="430011" y="3510665"/>
              <a:ext cx="365760" cy="366770"/>
              <a:chOff x="640080" y="2606040"/>
              <a:chExt cx="365760" cy="366770"/>
            </a:xfrm>
          </p:grpSpPr>
          <p:sp>
            <p:nvSpPr>
              <p:cNvPr id="58" name="Shape 7">
                <a:extLst>
                  <a:ext uri="{FF2B5EF4-FFF2-40B4-BE49-F238E27FC236}">
                    <a16:creationId xmlns:a16="http://schemas.microsoft.com/office/drawing/2014/main" id="{4E9750E8-678B-4D50-AC0C-B6EB47E08674}"/>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59" name="Text 8">
                <a:extLst>
                  <a:ext uri="{FF2B5EF4-FFF2-40B4-BE49-F238E27FC236}">
                    <a16:creationId xmlns:a16="http://schemas.microsoft.com/office/drawing/2014/main" id="{526F3A84-9798-47AE-B6FD-2DCAF9EF2624}"/>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grpSp>
        <p:sp>
          <p:nvSpPr>
            <p:cNvPr id="56" name="Text 9">
              <a:extLst>
                <a:ext uri="{FF2B5EF4-FFF2-40B4-BE49-F238E27FC236}">
                  <a16:creationId xmlns:a16="http://schemas.microsoft.com/office/drawing/2014/main" id="{687EEC0A-B8BD-4F03-BF53-6D128367B6B4}"/>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Interactive segmentation</a:t>
              </a:r>
            </a:p>
          </p:txBody>
        </p:sp>
        <p:sp>
          <p:nvSpPr>
            <p:cNvPr id="57" name="Text 5">
              <a:extLst>
                <a:ext uri="{FF2B5EF4-FFF2-40B4-BE49-F238E27FC236}">
                  <a16:creationId xmlns:a16="http://schemas.microsoft.com/office/drawing/2014/main" id="{27DD77FF-9E6F-4A58-9429-3E8405AD6F22}"/>
                </a:ext>
              </a:extLst>
            </p:cNvPr>
            <p:cNvSpPr txBox="1"/>
            <p:nvPr/>
          </p:nvSpPr>
          <p:spPr>
            <a:xfrm>
              <a:off x="996939" y="3840354"/>
              <a:ext cx="5102352" cy="292608"/>
            </a:xfrm>
            <a:prstGeom prst="rect">
              <a:avLst/>
            </a:prstGeom>
            <a:noFill/>
            <a:ln/>
          </p:spPr>
          <p:txBody>
            <a:bodyPr wrap="square" lIns="0" tIns="0" rIns="0" bIns="0" rtlCol="0" anchor="ctr"/>
            <a:lstStyle/>
            <a:p>
              <a:pPr marL="0" indent="0">
                <a:buNone/>
              </a:pPr>
              <a:r>
                <a:rPr lang="en-US" sz="1400" dirty="0"/>
                <a:t>Provide corrective interaction: lack quality assessment</a:t>
              </a:r>
              <a:endParaRPr lang="en-US" sz="1600" dirty="0"/>
            </a:p>
          </p:txBody>
        </p:sp>
      </p:grpSp>
      <p:pic>
        <p:nvPicPr>
          <p:cNvPr id="61" name="Picture 60">
            <a:extLst>
              <a:ext uri="{FF2B5EF4-FFF2-40B4-BE49-F238E27FC236}">
                <a16:creationId xmlns:a16="http://schemas.microsoft.com/office/drawing/2014/main" id="{C33A67CC-F960-49B4-9ACA-E91C2668CC81}"/>
              </a:ext>
            </a:extLst>
          </p:cNvPr>
          <p:cNvPicPr>
            <a:picLocks noChangeAspect="1"/>
          </p:cNvPicPr>
          <p:nvPr/>
        </p:nvPicPr>
        <p:blipFill rotWithShape="1">
          <a:blip r:embed="rId4"/>
          <a:srcRect l="51263" t="3071"/>
          <a:stretch/>
        </p:blipFill>
        <p:spPr>
          <a:xfrm>
            <a:off x="7438941" y="4524487"/>
            <a:ext cx="2329814" cy="1828800"/>
          </a:xfrm>
          <a:prstGeom prst="rect">
            <a:avLst/>
          </a:prstGeom>
        </p:spPr>
      </p:pic>
      <p:pic>
        <p:nvPicPr>
          <p:cNvPr id="62" name="Picture 61">
            <a:extLst>
              <a:ext uri="{FF2B5EF4-FFF2-40B4-BE49-F238E27FC236}">
                <a16:creationId xmlns:a16="http://schemas.microsoft.com/office/drawing/2014/main" id="{3F280ED8-F24E-4596-BF7E-7E0980AEDA47}"/>
              </a:ext>
            </a:extLst>
          </p:cNvPr>
          <p:cNvPicPr>
            <a:picLocks noChangeAspect="1"/>
          </p:cNvPicPr>
          <p:nvPr/>
        </p:nvPicPr>
        <p:blipFill rotWithShape="1">
          <a:blip r:embed="rId4"/>
          <a:srcRect t="3490" r="50561"/>
          <a:stretch/>
        </p:blipFill>
        <p:spPr>
          <a:xfrm>
            <a:off x="7438940" y="2424244"/>
            <a:ext cx="2329814" cy="1828800"/>
          </a:xfrm>
          <a:prstGeom prst="rect">
            <a:avLst/>
          </a:prstGeom>
        </p:spPr>
      </p:pic>
      <p:sp>
        <p:nvSpPr>
          <p:cNvPr id="63" name="Arrow: Circular 62">
            <a:extLst>
              <a:ext uri="{FF2B5EF4-FFF2-40B4-BE49-F238E27FC236}">
                <a16:creationId xmlns:a16="http://schemas.microsoft.com/office/drawing/2014/main" id="{55241980-2E64-4E8F-A870-BEB3A61C6507}"/>
              </a:ext>
            </a:extLst>
          </p:cNvPr>
          <p:cNvSpPr/>
          <p:nvPr/>
        </p:nvSpPr>
        <p:spPr>
          <a:xfrm rot="20464748" flipH="1">
            <a:off x="7024076" y="4884077"/>
            <a:ext cx="3708984" cy="779930"/>
          </a:xfrm>
          <a:prstGeom prst="circularArrow">
            <a:avLst>
              <a:gd name="adj1" fmla="val 0"/>
              <a:gd name="adj2" fmla="val 2446057"/>
              <a:gd name="adj3" fmla="val 15936202"/>
              <a:gd name="adj4" fmla="val 11062372"/>
              <a:gd name="adj5" fmla="val 21197"/>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Shape 3">
            <a:extLst>
              <a:ext uri="{FF2B5EF4-FFF2-40B4-BE49-F238E27FC236}">
                <a16:creationId xmlns:a16="http://schemas.microsoft.com/office/drawing/2014/main" id="{A34D6F95-43A6-4D40-88D2-1C8383E68E34}"/>
              </a:ext>
            </a:extLst>
          </p:cNvPr>
          <p:cNvSpPr/>
          <p:nvPr/>
        </p:nvSpPr>
        <p:spPr>
          <a:xfrm>
            <a:off x="10209868" y="4490966"/>
            <a:ext cx="1585491" cy="472938"/>
          </a:xfrm>
          <a:prstGeom prst="rect">
            <a:avLst/>
          </a:prstGeom>
          <a:solidFill>
            <a:srgbClr val="F0F0F0"/>
          </a:solidFill>
          <a:ln/>
        </p:spPr>
        <p:txBody>
          <a:bodyPr/>
          <a:lstStyle/>
          <a:p>
            <a:pPr algn="ctr"/>
            <a:r>
              <a:rPr lang="en-US" dirty="0"/>
              <a:t>Negative click</a:t>
            </a:r>
          </a:p>
        </p:txBody>
      </p:sp>
      <p:sp>
        <p:nvSpPr>
          <p:cNvPr id="65" name="Arrow: Circular 64">
            <a:extLst>
              <a:ext uri="{FF2B5EF4-FFF2-40B4-BE49-F238E27FC236}">
                <a16:creationId xmlns:a16="http://schemas.microsoft.com/office/drawing/2014/main" id="{E6FA50B8-B520-4D94-932B-C52454BB4997}"/>
              </a:ext>
            </a:extLst>
          </p:cNvPr>
          <p:cNvSpPr/>
          <p:nvPr/>
        </p:nvSpPr>
        <p:spPr>
          <a:xfrm rot="20464748" flipH="1">
            <a:off x="7267381" y="3083971"/>
            <a:ext cx="3708984" cy="779930"/>
          </a:xfrm>
          <a:prstGeom prst="circularArrow">
            <a:avLst>
              <a:gd name="adj1" fmla="val 0"/>
              <a:gd name="adj2" fmla="val 2446057"/>
              <a:gd name="adj3" fmla="val 15936202"/>
              <a:gd name="adj4" fmla="val 11286394"/>
              <a:gd name="adj5" fmla="val 21197"/>
            </a:avLst>
          </a:prstGeom>
          <a:solidFill>
            <a:schemeClr val="tx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6" name="Shape 3">
            <a:extLst>
              <a:ext uri="{FF2B5EF4-FFF2-40B4-BE49-F238E27FC236}">
                <a16:creationId xmlns:a16="http://schemas.microsoft.com/office/drawing/2014/main" id="{AE4DC6FB-4C86-4FF2-8337-BACF24BBD132}"/>
              </a:ext>
            </a:extLst>
          </p:cNvPr>
          <p:cNvSpPr/>
          <p:nvPr/>
        </p:nvSpPr>
        <p:spPr>
          <a:xfrm>
            <a:off x="10153610" y="2734108"/>
            <a:ext cx="1585491" cy="472938"/>
          </a:xfrm>
          <a:prstGeom prst="rect">
            <a:avLst/>
          </a:prstGeom>
          <a:solidFill>
            <a:srgbClr val="F0F0F0"/>
          </a:solidFill>
          <a:ln/>
        </p:spPr>
        <p:txBody>
          <a:bodyPr/>
          <a:lstStyle/>
          <a:p>
            <a:pPr algn="ctr"/>
            <a:r>
              <a:rPr lang="en-US" dirty="0"/>
              <a:t>Positive click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85032" y="1429154"/>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What</a:t>
            </a:r>
            <a:r>
              <a:rPr lang="en-US" sz="3600" b="1" kern="0" spc="100" dirty="0">
                <a:solidFill>
                  <a:srgbClr val="595959"/>
                </a:solidFill>
                <a:latin typeface="Arial" pitchFamily="34" charset="0"/>
                <a:ea typeface="Arial" pitchFamily="34" charset="-122"/>
                <a:cs typeface="Arial" pitchFamily="34" charset="-120"/>
              </a:rPr>
              <a:t> </a:t>
            </a:r>
            <a:r>
              <a:rPr lang="en-US" sz="3600" b="1" kern="0" spc="100" dirty="0">
                <a:solidFill>
                  <a:srgbClr val="000000"/>
                </a:solidFill>
                <a:latin typeface="Arial" pitchFamily="34" charset="0"/>
                <a:ea typeface="Arial" pitchFamily="34" charset="-122"/>
                <a:cs typeface="Arial" pitchFamily="34" charset="-120"/>
              </a:rPr>
              <a:t>I Developed?</a:t>
            </a:r>
          </a:p>
        </p:txBody>
      </p:sp>
      <p:pic>
        <p:nvPicPr>
          <p:cNvPr id="25" name="Picture 2" descr="Digital Environment Research Institute (DERI) | LinkedIn">
            <a:extLst>
              <a:ext uri="{FF2B5EF4-FFF2-40B4-BE49-F238E27FC236}">
                <a16:creationId xmlns:a16="http://schemas.microsoft.com/office/drawing/2014/main" id="{EA861644-E886-4EFF-B6F9-DC3D2EDE69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59" name="Text 22">
            <a:extLst>
              <a:ext uri="{FF2B5EF4-FFF2-40B4-BE49-F238E27FC236}">
                <a16:creationId xmlns:a16="http://schemas.microsoft.com/office/drawing/2014/main" id="{D728A1E0-B4BD-489E-91B2-EB9C9A01D76D}"/>
              </a:ext>
            </a:extLst>
          </p:cNvPr>
          <p:cNvSpPr txBox="1"/>
          <p:nvPr/>
        </p:nvSpPr>
        <p:spPr>
          <a:xfrm>
            <a:off x="1372190" y="5705481"/>
            <a:ext cx="3017520" cy="292608"/>
          </a:xfrm>
          <a:prstGeom prst="rect">
            <a:avLst/>
          </a:prstGeom>
          <a:noFill/>
          <a:ln/>
        </p:spPr>
        <p:txBody>
          <a:bodyPr wrap="square" lIns="0" tIns="0" rIns="0" bIns="0" rtlCol="0" anchor="ctr"/>
          <a:lstStyle/>
          <a:p>
            <a:pPr marL="0" indent="0">
              <a:buNone/>
            </a:pPr>
            <a:r>
              <a:rPr lang="en-US" sz="1450" b="1" dirty="0">
                <a:solidFill>
                  <a:srgbClr val="000000"/>
                </a:solidFill>
                <a:latin typeface="Arial" pitchFamily="34" charset="0"/>
                <a:ea typeface="Arial" pitchFamily="34" charset="-122"/>
                <a:cs typeface="Arial" pitchFamily="34" charset="-120"/>
              </a:rPr>
              <a:t>Volumetric correction</a:t>
            </a:r>
            <a:endParaRPr lang="en-US" sz="1450" dirty="0"/>
          </a:p>
        </p:txBody>
      </p:sp>
      <p:grpSp>
        <p:nvGrpSpPr>
          <p:cNvPr id="13" name="Group 12">
            <a:extLst>
              <a:ext uri="{FF2B5EF4-FFF2-40B4-BE49-F238E27FC236}">
                <a16:creationId xmlns:a16="http://schemas.microsoft.com/office/drawing/2014/main" id="{09AC4B7D-47D4-413E-83CB-7393ACBF8E69}"/>
              </a:ext>
            </a:extLst>
          </p:cNvPr>
          <p:cNvGrpSpPr/>
          <p:nvPr/>
        </p:nvGrpSpPr>
        <p:grpSpPr>
          <a:xfrm>
            <a:off x="4458116" y="5510601"/>
            <a:ext cx="3827970" cy="1143000"/>
            <a:chOff x="4352544" y="5510601"/>
            <a:chExt cx="3827970" cy="1143000"/>
          </a:xfrm>
        </p:grpSpPr>
        <p:sp>
          <p:nvSpPr>
            <p:cNvPr id="61" name="Shape 24">
              <a:extLst>
                <a:ext uri="{FF2B5EF4-FFF2-40B4-BE49-F238E27FC236}">
                  <a16:creationId xmlns:a16="http://schemas.microsoft.com/office/drawing/2014/main" id="{3AB0B78D-071F-4595-999A-900DC4EABCDB}"/>
                </a:ext>
              </a:extLst>
            </p:cNvPr>
            <p:cNvSpPr/>
            <p:nvPr/>
          </p:nvSpPr>
          <p:spPr>
            <a:xfrm>
              <a:off x="4352544" y="5510601"/>
              <a:ext cx="3429000" cy="1143000"/>
            </a:xfrm>
            <a:prstGeom prst="rect">
              <a:avLst/>
            </a:prstGeom>
            <a:solidFill>
              <a:srgbClr val="F0F0F0"/>
            </a:solidFill>
            <a:ln/>
          </p:spPr>
        </p:sp>
        <p:sp>
          <p:nvSpPr>
            <p:cNvPr id="62" name="Text 25">
              <a:extLst>
                <a:ext uri="{FF2B5EF4-FFF2-40B4-BE49-F238E27FC236}">
                  <a16:creationId xmlns:a16="http://schemas.microsoft.com/office/drawing/2014/main" id="{041D28DC-DE23-45A0-8A79-1EEDDE8DE7CA}"/>
                </a:ext>
              </a:extLst>
            </p:cNvPr>
            <p:cNvSpPr txBox="1"/>
            <p:nvPr/>
          </p:nvSpPr>
          <p:spPr>
            <a:xfrm>
              <a:off x="5162994" y="5684336"/>
              <a:ext cx="3017520" cy="292608"/>
            </a:xfrm>
            <a:prstGeom prst="rect">
              <a:avLst/>
            </a:prstGeom>
            <a:noFill/>
            <a:ln/>
          </p:spPr>
          <p:txBody>
            <a:bodyPr wrap="square" lIns="0" tIns="0" rIns="0" bIns="0" rtlCol="0" anchor="ctr"/>
            <a:lstStyle/>
            <a:p>
              <a:pPr marL="0" indent="0">
                <a:buNone/>
              </a:pPr>
              <a:r>
                <a:rPr lang="en-US" sz="1450" b="1" dirty="0">
                  <a:solidFill>
                    <a:srgbClr val="000000"/>
                  </a:solidFill>
                  <a:latin typeface="Arial" pitchFamily="34" charset="0"/>
                  <a:ea typeface="Arial" pitchFamily="34" charset="-122"/>
                  <a:cs typeface="Arial" pitchFamily="34" charset="-120"/>
                </a:rPr>
                <a:t>Quality Prediction Network</a:t>
              </a:r>
              <a:endParaRPr lang="en-US" sz="1450" dirty="0"/>
            </a:p>
          </p:txBody>
        </p:sp>
        <p:sp>
          <p:nvSpPr>
            <p:cNvPr id="63" name="Text 26">
              <a:extLst>
                <a:ext uri="{FF2B5EF4-FFF2-40B4-BE49-F238E27FC236}">
                  <a16:creationId xmlns:a16="http://schemas.microsoft.com/office/drawing/2014/main" id="{57216DBC-E1C5-4DFA-8429-32BF84A1F760}"/>
                </a:ext>
              </a:extLst>
            </p:cNvPr>
            <p:cNvSpPr txBox="1"/>
            <p:nvPr/>
          </p:nvSpPr>
          <p:spPr>
            <a:xfrm>
              <a:off x="4580143" y="6011882"/>
              <a:ext cx="3017520" cy="548640"/>
            </a:xfrm>
            <a:prstGeom prst="rect">
              <a:avLst/>
            </a:prstGeom>
            <a:noFill/>
            <a:ln/>
          </p:spPr>
          <p:txBody>
            <a:bodyPr wrap="square" lIns="0" tIns="0" rIns="0" bIns="0" rtlCol="0" anchor="ctr"/>
            <a:lstStyle/>
            <a:p>
              <a:pPr marL="0" indent="0">
                <a:buNone/>
              </a:pPr>
              <a:r>
                <a:rPr lang="en-US" sz="1200" dirty="0">
                  <a:latin typeface="Arial" pitchFamily="34" charset="0"/>
                  <a:ea typeface="Arial" pitchFamily="34" charset="-122"/>
                  <a:cs typeface="Arial" pitchFamily="34" charset="-120"/>
                </a:rPr>
                <a:t>Predicts Dice with no ground truth during deployment</a:t>
              </a:r>
              <a:endParaRPr lang="en-US" sz="1200" dirty="0"/>
            </a:p>
          </p:txBody>
        </p:sp>
      </p:grpSp>
      <p:grpSp>
        <p:nvGrpSpPr>
          <p:cNvPr id="12" name="Group 11">
            <a:extLst>
              <a:ext uri="{FF2B5EF4-FFF2-40B4-BE49-F238E27FC236}">
                <a16:creationId xmlns:a16="http://schemas.microsoft.com/office/drawing/2014/main" id="{91C59F30-7A16-47CC-863C-4DE3049DB037}"/>
              </a:ext>
            </a:extLst>
          </p:cNvPr>
          <p:cNvGrpSpPr/>
          <p:nvPr/>
        </p:nvGrpSpPr>
        <p:grpSpPr>
          <a:xfrm>
            <a:off x="8331200" y="5510601"/>
            <a:ext cx="3840480" cy="1143000"/>
            <a:chOff x="8065008" y="5522675"/>
            <a:chExt cx="3840480" cy="1143000"/>
          </a:xfrm>
        </p:grpSpPr>
        <p:sp>
          <p:nvSpPr>
            <p:cNvPr id="64" name="Shape 27">
              <a:extLst>
                <a:ext uri="{FF2B5EF4-FFF2-40B4-BE49-F238E27FC236}">
                  <a16:creationId xmlns:a16="http://schemas.microsoft.com/office/drawing/2014/main" id="{6DA9420F-8104-4BC9-8812-91962E424F84}"/>
                </a:ext>
              </a:extLst>
            </p:cNvPr>
            <p:cNvSpPr/>
            <p:nvPr/>
          </p:nvSpPr>
          <p:spPr>
            <a:xfrm>
              <a:off x="8065008" y="5522675"/>
              <a:ext cx="3429000" cy="1143000"/>
            </a:xfrm>
            <a:prstGeom prst="rect">
              <a:avLst/>
            </a:prstGeom>
            <a:solidFill>
              <a:srgbClr val="F0F0F0"/>
            </a:solidFill>
            <a:ln/>
          </p:spPr>
        </p:sp>
        <p:sp>
          <p:nvSpPr>
            <p:cNvPr id="65" name="Text 28">
              <a:extLst>
                <a:ext uri="{FF2B5EF4-FFF2-40B4-BE49-F238E27FC236}">
                  <a16:creationId xmlns:a16="http://schemas.microsoft.com/office/drawing/2014/main" id="{D7CFB2C6-A542-45EB-B2FD-076DAAC5DC81}"/>
                </a:ext>
              </a:extLst>
            </p:cNvPr>
            <p:cNvSpPr txBox="1"/>
            <p:nvPr/>
          </p:nvSpPr>
          <p:spPr>
            <a:xfrm>
              <a:off x="8887968" y="5677476"/>
              <a:ext cx="3017520" cy="292608"/>
            </a:xfrm>
            <a:prstGeom prst="rect">
              <a:avLst/>
            </a:prstGeom>
            <a:noFill/>
            <a:ln/>
          </p:spPr>
          <p:txBody>
            <a:bodyPr wrap="square" lIns="0" tIns="0" rIns="0" bIns="0" rtlCol="0" anchor="ctr"/>
            <a:lstStyle/>
            <a:p>
              <a:pPr marL="0" indent="0">
                <a:buNone/>
              </a:pPr>
              <a:r>
                <a:rPr lang="en-US" sz="1450" b="1" dirty="0">
                  <a:solidFill>
                    <a:srgbClr val="000000"/>
                  </a:solidFill>
                  <a:latin typeface="Arial" pitchFamily="34" charset="0"/>
                  <a:ea typeface="Arial" pitchFamily="34" charset="-122"/>
                  <a:cs typeface="Arial" pitchFamily="34" charset="-120"/>
                </a:rPr>
                <a:t>Clinical prototype</a:t>
              </a:r>
              <a:endParaRPr lang="en-US" sz="1450" dirty="0"/>
            </a:p>
          </p:txBody>
        </p:sp>
        <p:sp>
          <p:nvSpPr>
            <p:cNvPr id="66" name="Text 29">
              <a:extLst>
                <a:ext uri="{FF2B5EF4-FFF2-40B4-BE49-F238E27FC236}">
                  <a16:creationId xmlns:a16="http://schemas.microsoft.com/office/drawing/2014/main" id="{C1E5BB55-8335-44F1-8539-90E7F837EA55}"/>
                </a:ext>
              </a:extLst>
            </p:cNvPr>
            <p:cNvSpPr txBox="1"/>
            <p:nvPr/>
          </p:nvSpPr>
          <p:spPr>
            <a:xfrm>
              <a:off x="8293608" y="6079441"/>
              <a:ext cx="3017520" cy="548640"/>
            </a:xfrm>
            <a:prstGeom prst="rect">
              <a:avLst/>
            </a:prstGeom>
            <a:noFill/>
            <a:ln/>
          </p:spPr>
          <p:txBody>
            <a:bodyPr wrap="square" lIns="0" tIns="0" rIns="0" bIns="0" rtlCol="0" anchor="ctr"/>
            <a:lstStyle/>
            <a:p>
              <a:pPr marL="0" lvl="1"/>
              <a:r>
                <a:rPr lang="en-US" sz="1200" dirty="0">
                  <a:latin typeface="Arial" pitchFamily="34" charset="0"/>
                  <a:cs typeface="Arial" pitchFamily="34" charset="-120"/>
                </a:rPr>
                <a:t>Provide clinicians with real-time visual quality feedback</a:t>
              </a:r>
              <a:endParaRPr lang="en-US" sz="1200" dirty="0">
                <a:latin typeface="Arial" pitchFamily="34" charset="0"/>
                <a:cs typeface="Arial" pitchFamily="34" charset="-120"/>
                <a:sym typeface="Open Sauce Bold"/>
              </a:endParaRPr>
            </a:p>
          </p:txBody>
        </p:sp>
      </p:grpSp>
      <p:grpSp>
        <p:nvGrpSpPr>
          <p:cNvPr id="11" name="Group 10">
            <a:extLst>
              <a:ext uri="{FF2B5EF4-FFF2-40B4-BE49-F238E27FC236}">
                <a16:creationId xmlns:a16="http://schemas.microsoft.com/office/drawing/2014/main" id="{CFE4EB47-BF23-45D1-AB46-0F7DFD4CCC29}"/>
              </a:ext>
            </a:extLst>
          </p:cNvPr>
          <p:cNvGrpSpPr/>
          <p:nvPr/>
        </p:nvGrpSpPr>
        <p:grpSpPr>
          <a:xfrm>
            <a:off x="585032" y="5510601"/>
            <a:ext cx="3429000" cy="1143000"/>
            <a:chOff x="640080" y="5510601"/>
            <a:chExt cx="3429000" cy="1143000"/>
          </a:xfrm>
        </p:grpSpPr>
        <p:sp>
          <p:nvSpPr>
            <p:cNvPr id="58" name="Shape 21">
              <a:extLst>
                <a:ext uri="{FF2B5EF4-FFF2-40B4-BE49-F238E27FC236}">
                  <a16:creationId xmlns:a16="http://schemas.microsoft.com/office/drawing/2014/main" id="{B8CBF7C0-EB2C-4F20-BA28-8B292E43A760}"/>
                </a:ext>
              </a:extLst>
            </p:cNvPr>
            <p:cNvSpPr/>
            <p:nvPr/>
          </p:nvSpPr>
          <p:spPr>
            <a:xfrm>
              <a:off x="640080" y="5510601"/>
              <a:ext cx="3429000" cy="1143000"/>
            </a:xfrm>
            <a:prstGeom prst="rect">
              <a:avLst/>
            </a:prstGeom>
            <a:solidFill>
              <a:srgbClr val="F0F0F0"/>
            </a:solidFill>
            <a:ln/>
          </p:spPr>
        </p:sp>
        <p:sp>
          <p:nvSpPr>
            <p:cNvPr id="60" name="Text 23">
              <a:extLst>
                <a:ext uri="{FF2B5EF4-FFF2-40B4-BE49-F238E27FC236}">
                  <a16:creationId xmlns:a16="http://schemas.microsoft.com/office/drawing/2014/main" id="{D0C65CEC-D01D-4154-A37B-5FCDAB335A79}"/>
                </a:ext>
              </a:extLst>
            </p:cNvPr>
            <p:cNvSpPr txBox="1"/>
            <p:nvPr/>
          </p:nvSpPr>
          <p:spPr>
            <a:xfrm>
              <a:off x="835742" y="6030915"/>
              <a:ext cx="3017520" cy="548640"/>
            </a:xfrm>
            <a:prstGeom prst="rect">
              <a:avLst/>
            </a:prstGeom>
            <a:noFill/>
            <a:ln/>
          </p:spPr>
          <p:txBody>
            <a:bodyPr wrap="square" lIns="0" tIns="0" rIns="0" bIns="0" rtlCol="0" anchor="ctr"/>
            <a:lstStyle/>
            <a:p>
              <a:pPr marL="0" indent="0">
                <a:buNone/>
              </a:pPr>
              <a:r>
                <a:rPr lang="en-US" sz="1200" dirty="0">
                  <a:latin typeface="Arial" pitchFamily="34" charset="0"/>
                  <a:ea typeface="Arial" pitchFamily="34" charset="-122"/>
                  <a:cs typeface="Arial" pitchFamily="34" charset="-120"/>
                </a:rPr>
                <a:t>Allow positive/negative clicks until the threshold is met</a:t>
              </a:r>
              <a:endParaRPr lang="en-US" sz="1200" dirty="0"/>
            </a:p>
          </p:txBody>
        </p:sp>
        <p:grpSp>
          <p:nvGrpSpPr>
            <p:cNvPr id="69" name="Group 68">
              <a:extLst>
                <a:ext uri="{FF2B5EF4-FFF2-40B4-BE49-F238E27FC236}">
                  <a16:creationId xmlns:a16="http://schemas.microsoft.com/office/drawing/2014/main" id="{A827E262-F5D1-4E00-AF8C-07ECDA8867B6}"/>
                </a:ext>
              </a:extLst>
            </p:cNvPr>
            <p:cNvGrpSpPr/>
            <p:nvPr/>
          </p:nvGrpSpPr>
          <p:grpSpPr>
            <a:xfrm>
              <a:off x="826008" y="5647761"/>
              <a:ext cx="365760" cy="365760"/>
              <a:chOff x="2911938" y="2228118"/>
              <a:chExt cx="365760" cy="365760"/>
            </a:xfrm>
          </p:grpSpPr>
          <p:sp>
            <p:nvSpPr>
              <p:cNvPr id="70" name="Shape 7">
                <a:extLst>
                  <a:ext uri="{FF2B5EF4-FFF2-40B4-BE49-F238E27FC236}">
                    <a16:creationId xmlns:a16="http://schemas.microsoft.com/office/drawing/2014/main" id="{0C040D79-1A82-494E-969E-E3F7FFE85FC5}"/>
                  </a:ext>
                </a:extLst>
              </p:cNvPr>
              <p:cNvSpPr/>
              <p:nvPr/>
            </p:nvSpPr>
            <p:spPr>
              <a:xfrm>
                <a:off x="2911938" y="2228118"/>
                <a:ext cx="365760" cy="365760"/>
              </a:xfrm>
              <a:prstGeom prst="rect">
                <a:avLst/>
              </a:prstGeom>
              <a:solidFill>
                <a:srgbClr val="000000"/>
              </a:solidFill>
              <a:ln/>
            </p:spPr>
            <p:txBody>
              <a:bodyPr/>
              <a:lstStyle/>
              <a:p>
                <a:endParaRPr lang="en-US"/>
              </a:p>
            </p:txBody>
          </p:sp>
          <p:sp>
            <p:nvSpPr>
              <p:cNvPr id="71" name="Text 8">
                <a:extLst>
                  <a:ext uri="{FF2B5EF4-FFF2-40B4-BE49-F238E27FC236}">
                    <a16:creationId xmlns:a16="http://schemas.microsoft.com/office/drawing/2014/main" id="{D7132D15-4C89-40E1-82E2-247AA4477DA4}"/>
                  </a:ext>
                </a:extLst>
              </p:cNvPr>
              <p:cNvSpPr txBox="1"/>
              <p:nvPr/>
            </p:nvSpPr>
            <p:spPr>
              <a:xfrm>
                <a:off x="2973166" y="2285838"/>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grpSp>
      </p:grpSp>
      <p:grpSp>
        <p:nvGrpSpPr>
          <p:cNvPr id="10" name="Group 9">
            <a:extLst>
              <a:ext uri="{FF2B5EF4-FFF2-40B4-BE49-F238E27FC236}">
                <a16:creationId xmlns:a16="http://schemas.microsoft.com/office/drawing/2014/main" id="{6899C323-12B4-4191-A206-D5A0CC9AD7C3}"/>
              </a:ext>
            </a:extLst>
          </p:cNvPr>
          <p:cNvGrpSpPr/>
          <p:nvPr/>
        </p:nvGrpSpPr>
        <p:grpSpPr>
          <a:xfrm>
            <a:off x="431800" y="2630601"/>
            <a:ext cx="11328400" cy="2274538"/>
            <a:chOff x="35119" y="2620949"/>
            <a:chExt cx="11933361" cy="2325422"/>
          </a:xfrm>
        </p:grpSpPr>
        <p:sp>
          <p:nvSpPr>
            <p:cNvPr id="57" name="Shape 12">
              <a:extLst>
                <a:ext uri="{FF2B5EF4-FFF2-40B4-BE49-F238E27FC236}">
                  <a16:creationId xmlns:a16="http://schemas.microsoft.com/office/drawing/2014/main" id="{FFD60655-21BE-4B9F-81A4-FAD1936DE6BD}"/>
                </a:ext>
              </a:extLst>
            </p:cNvPr>
            <p:cNvSpPr/>
            <p:nvPr/>
          </p:nvSpPr>
          <p:spPr>
            <a:xfrm>
              <a:off x="2659970" y="2805953"/>
              <a:ext cx="1828800" cy="960120"/>
            </a:xfrm>
            <a:prstGeom prst="rect">
              <a:avLst/>
            </a:prstGeom>
            <a:solidFill>
              <a:srgbClr val="FFFFFF"/>
            </a:solidFill>
            <a:ln w="25400">
              <a:solidFill>
                <a:srgbClr val="000000"/>
              </a:solidFill>
              <a:prstDash val="solid"/>
            </a:ln>
          </p:spPr>
        </p:sp>
        <p:sp>
          <p:nvSpPr>
            <p:cNvPr id="21" name="Text 4">
              <a:extLst>
                <a:ext uri="{FF2B5EF4-FFF2-40B4-BE49-F238E27FC236}">
                  <a16:creationId xmlns:a16="http://schemas.microsoft.com/office/drawing/2014/main" id="{0DB61827-A195-4DBC-B99F-605C6BA917DB}"/>
                </a:ext>
              </a:extLst>
            </p:cNvPr>
            <p:cNvSpPr txBox="1"/>
            <p:nvPr/>
          </p:nvSpPr>
          <p:spPr>
            <a:xfrm>
              <a:off x="35119" y="4279230"/>
              <a:ext cx="1965960" cy="237744"/>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CTA volume</a:t>
              </a:r>
              <a:endParaRPr lang="en-US" sz="1100" b="1" dirty="0"/>
            </a:p>
          </p:txBody>
        </p:sp>
        <p:sp>
          <p:nvSpPr>
            <p:cNvPr id="22" name="Text 5">
              <a:extLst>
                <a:ext uri="{FF2B5EF4-FFF2-40B4-BE49-F238E27FC236}">
                  <a16:creationId xmlns:a16="http://schemas.microsoft.com/office/drawing/2014/main" id="{AB22B125-5D70-42A6-A875-D53B36C70F25}"/>
                </a:ext>
              </a:extLst>
            </p:cNvPr>
            <p:cNvSpPr txBox="1"/>
            <p:nvPr/>
          </p:nvSpPr>
          <p:spPr>
            <a:xfrm>
              <a:off x="2088470" y="2988833"/>
              <a:ext cx="457200"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Arial" pitchFamily="34" charset="0"/>
                  <a:ea typeface="Arial" pitchFamily="34" charset="-122"/>
                  <a:cs typeface="Arial" pitchFamily="34" charset="-120"/>
                </a:rPr>
                <a:t>→</a:t>
              </a:r>
              <a:endParaRPr lang="en-US" sz="2600" dirty="0"/>
            </a:p>
          </p:txBody>
        </p:sp>
        <p:sp>
          <p:nvSpPr>
            <p:cNvPr id="24" name="Text 7">
              <a:extLst>
                <a:ext uri="{FF2B5EF4-FFF2-40B4-BE49-F238E27FC236}">
                  <a16:creationId xmlns:a16="http://schemas.microsoft.com/office/drawing/2014/main" id="{23A21806-B130-4C40-85A7-7E26130A30E8}"/>
                </a:ext>
              </a:extLst>
            </p:cNvPr>
            <p:cNvSpPr txBox="1"/>
            <p:nvPr/>
          </p:nvSpPr>
          <p:spPr>
            <a:xfrm>
              <a:off x="2595962" y="2834279"/>
              <a:ext cx="1920240" cy="960120"/>
            </a:xfrm>
            <a:prstGeom prst="rect">
              <a:avLst/>
            </a:prstGeom>
            <a:noFill/>
            <a:ln/>
          </p:spPr>
          <p:txBody>
            <a:bodyPr wrap="square" lIns="0" tIns="0" rIns="0" bIns="0" rtlCol="0" anchor="ctr"/>
            <a:lstStyle/>
            <a:p>
              <a:pPr marL="0" indent="0" algn="ctr">
                <a:buNone/>
              </a:pPr>
              <a:r>
                <a:rPr lang="en-US" sz="1350" b="1" dirty="0">
                  <a:solidFill>
                    <a:sysClr val="windowText" lastClr="000000"/>
                  </a:solidFill>
                  <a:latin typeface="Arial" pitchFamily="34" charset="0"/>
                  <a:ea typeface="Arial" pitchFamily="34" charset="-122"/>
                  <a:cs typeface="Arial" pitchFamily="34" charset="-120"/>
                </a:rPr>
                <a:t>3D DynUNet</a:t>
              </a:r>
              <a:endParaRPr lang="en-US" sz="1350" dirty="0">
                <a:solidFill>
                  <a:sysClr val="windowText" lastClr="000000"/>
                </a:solidFill>
              </a:endParaRPr>
            </a:p>
            <a:p>
              <a:pPr marL="0" indent="0" algn="ctr">
                <a:buNone/>
              </a:pPr>
              <a:r>
                <a:rPr lang="en-US" sz="1350" b="1" dirty="0">
                  <a:solidFill>
                    <a:sysClr val="windowText" lastClr="000000"/>
                  </a:solidFill>
                  <a:latin typeface="Arial" pitchFamily="34" charset="0"/>
                  <a:ea typeface="Arial" pitchFamily="34" charset="-122"/>
                  <a:cs typeface="Arial" pitchFamily="34" charset="-120"/>
                </a:rPr>
                <a:t>+ DeepEdit</a:t>
              </a:r>
              <a:endParaRPr lang="en-US" sz="1350" dirty="0">
                <a:solidFill>
                  <a:sysClr val="windowText" lastClr="000000"/>
                </a:solidFill>
              </a:endParaRPr>
            </a:p>
          </p:txBody>
        </p:sp>
        <p:sp>
          <p:nvSpPr>
            <p:cNvPr id="41" name="Text 8">
              <a:extLst>
                <a:ext uri="{FF2B5EF4-FFF2-40B4-BE49-F238E27FC236}">
                  <a16:creationId xmlns:a16="http://schemas.microsoft.com/office/drawing/2014/main" id="{F30FEBB0-E656-4088-B2F3-2E5AD7159D9A}"/>
                </a:ext>
              </a:extLst>
            </p:cNvPr>
            <p:cNvSpPr txBox="1"/>
            <p:nvPr/>
          </p:nvSpPr>
          <p:spPr>
            <a:xfrm>
              <a:off x="4584782" y="2988833"/>
              <a:ext cx="457200"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Arial" pitchFamily="34" charset="0"/>
                  <a:ea typeface="Arial" pitchFamily="34" charset="-122"/>
                  <a:cs typeface="Arial" pitchFamily="34" charset="-120"/>
                </a:rPr>
                <a:t>→</a:t>
              </a:r>
              <a:endParaRPr lang="en-US" sz="2600" dirty="0"/>
            </a:p>
          </p:txBody>
        </p:sp>
        <p:sp>
          <p:nvSpPr>
            <p:cNvPr id="44" name="Text 10">
              <a:extLst>
                <a:ext uri="{FF2B5EF4-FFF2-40B4-BE49-F238E27FC236}">
                  <a16:creationId xmlns:a16="http://schemas.microsoft.com/office/drawing/2014/main" id="{00A36982-01B1-4ED3-AC96-173004947423}"/>
                </a:ext>
              </a:extLst>
            </p:cNvPr>
            <p:cNvSpPr txBox="1"/>
            <p:nvPr/>
          </p:nvSpPr>
          <p:spPr>
            <a:xfrm>
              <a:off x="4872742" y="4288256"/>
              <a:ext cx="2607482" cy="163085"/>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Predicted mask + cropped CT scan</a:t>
              </a:r>
              <a:endParaRPr lang="en-US" sz="1100" b="1" dirty="0"/>
            </a:p>
          </p:txBody>
        </p:sp>
        <p:sp>
          <p:nvSpPr>
            <p:cNvPr id="45" name="Text 11">
              <a:extLst>
                <a:ext uri="{FF2B5EF4-FFF2-40B4-BE49-F238E27FC236}">
                  <a16:creationId xmlns:a16="http://schemas.microsoft.com/office/drawing/2014/main" id="{EB9D8EF8-03BD-4542-918B-7D749BA437F6}"/>
                </a:ext>
              </a:extLst>
            </p:cNvPr>
            <p:cNvSpPr txBox="1"/>
            <p:nvPr/>
          </p:nvSpPr>
          <p:spPr>
            <a:xfrm>
              <a:off x="7209110" y="2988833"/>
              <a:ext cx="457200"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Arial" pitchFamily="34" charset="0"/>
                  <a:ea typeface="Arial" pitchFamily="34" charset="-122"/>
                  <a:cs typeface="Arial" pitchFamily="34" charset="-120"/>
                </a:rPr>
                <a:t>→</a:t>
              </a:r>
              <a:endParaRPr lang="en-US" sz="2600" dirty="0"/>
            </a:p>
          </p:txBody>
        </p:sp>
        <p:sp>
          <p:nvSpPr>
            <p:cNvPr id="46" name="Shape 12">
              <a:extLst>
                <a:ext uri="{FF2B5EF4-FFF2-40B4-BE49-F238E27FC236}">
                  <a16:creationId xmlns:a16="http://schemas.microsoft.com/office/drawing/2014/main" id="{D7787739-7D02-47A6-81B8-E7F670490110}"/>
                </a:ext>
              </a:extLst>
            </p:cNvPr>
            <p:cNvSpPr/>
            <p:nvPr/>
          </p:nvSpPr>
          <p:spPr>
            <a:xfrm>
              <a:off x="7712030" y="2805953"/>
              <a:ext cx="1828800" cy="960120"/>
            </a:xfrm>
            <a:prstGeom prst="rect">
              <a:avLst/>
            </a:prstGeom>
            <a:solidFill>
              <a:srgbClr val="FFFFFF"/>
            </a:solidFill>
            <a:ln w="25400">
              <a:solidFill>
                <a:srgbClr val="000000"/>
              </a:solidFill>
              <a:prstDash val="solid"/>
            </a:ln>
          </p:spPr>
        </p:sp>
        <p:sp>
          <p:nvSpPr>
            <p:cNvPr id="47" name="Text 13">
              <a:extLst>
                <a:ext uri="{FF2B5EF4-FFF2-40B4-BE49-F238E27FC236}">
                  <a16:creationId xmlns:a16="http://schemas.microsoft.com/office/drawing/2014/main" id="{10D0E341-376E-4E06-9E86-DDB0BAC5A8B2}"/>
                </a:ext>
              </a:extLst>
            </p:cNvPr>
            <p:cNvSpPr txBox="1"/>
            <p:nvPr/>
          </p:nvSpPr>
          <p:spPr>
            <a:xfrm>
              <a:off x="7712030" y="2833385"/>
              <a:ext cx="1828800" cy="960120"/>
            </a:xfrm>
            <a:prstGeom prst="rect">
              <a:avLst/>
            </a:prstGeom>
            <a:noFill/>
            <a:ln/>
          </p:spPr>
          <p:txBody>
            <a:bodyPr wrap="square" lIns="0" tIns="0" rIns="0" bIns="0" rtlCol="0" anchor="ctr"/>
            <a:lstStyle/>
            <a:p>
              <a:pPr marL="0" indent="0" algn="ctr">
                <a:buNone/>
              </a:pPr>
              <a:r>
                <a:rPr lang="en-US" sz="1350" b="1" dirty="0">
                  <a:solidFill>
                    <a:srgbClr val="000000"/>
                  </a:solidFill>
                  <a:latin typeface="Arial" pitchFamily="34" charset="0"/>
                  <a:ea typeface="Arial" pitchFamily="34" charset="-122"/>
                  <a:cs typeface="Arial" pitchFamily="34" charset="-120"/>
                </a:rPr>
                <a:t>Quality Prediction Network</a:t>
              </a:r>
              <a:endParaRPr lang="en-US" sz="1350" dirty="0"/>
            </a:p>
          </p:txBody>
        </p:sp>
        <p:sp>
          <p:nvSpPr>
            <p:cNvPr id="48" name="Text 14">
              <a:extLst>
                <a:ext uri="{FF2B5EF4-FFF2-40B4-BE49-F238E27FC236}">
                  <a16:creationId xmlns:a16="http://schemas.microsoft.com/office/drawing/2014/main" id="{A96C6334-89E2-437B-ABEC-9DFC955931CA}"/>
                </a:ext>
              </a:extLst>
            </p:cNvPr>
            <p:cNvSpPr txBox="1"/>
            <p:nvPr/>
          </p:nvSpPr>
          <p:spPr>
            <a:xfrm>
              <a:off x="9559118" y="2988833"/>
              <a:ext cx="411480" cy="548640"/>
            </a:xfrm>
            <a:prstGeom prst="rect">
              <a:avLst/>
            </a:prstGeom>
            <a:noFill/>
            <a:ln/>
          </p:spPr>
          <p:txBody>
            <a:bodyPr wrap="square" lIns="0" tIns="0" rIns="0" bIns="0" rtlCol="0" anchor="ctr"/>
            <a:lstStyle/>
            <a:p>
              <a:pPr marL="0" indent="0" algn="ctr">
                <a:buNone/>
              </a:pPr>
              <a:r>
                <a:rPr lang="en-US" sz="2600" b="1" dirty="0">
                  <a:solidFill>
                    <a:srgbClr val="000000"/>
                  </a:solidFill>
                  <a:latin typeface="Arial" pitchFamily="34" charset="0"/>
                  <a:ea typeface="Arial" pitchFamily="34" charset="-122"/>
                  <a:cs typeface="Arial" pitchFamily="34" charset="-120"/>
                </a:rPr>
                <a:t>→</a:t>
              </a:r>
              <a:endParaRPr lang="en-US" sz="2600" dirty="0"/>
            </a:p>
          </p:txBody>
        </p:sp>
        <p:sp>
          <p:nvSpPr>
            <p:cNvPr id="51" name="Text 16">
              <a:extLst>
                <a:ext uri="{FF2B5EF4-FFF2-40B4-BE49-F238E27FC236}">
                  <a16:creationId xmlns:a16="http://schemas.microsoft.com/office/drawing/2014/main" id="{1C55DD94-38C8-4368-9431-D48D8E719EDA}"/>
                </a:ext>
              </a:extLst>
            </p:cNvPr>
            <p:cNvSpPr txBox="1"/>
            <p:nvPr/>
          </p:nvSpPr>
          <p:spPr>
            <a:xfrm>
              <a:off x="10458475" y="4250926"/>
              <a:ext cx="1371600" cy="237744"/>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Refined mask</a:t>
              </a:r>
              <a:endParaRPr lang="en-US" sz="1100" b="1" dirty="0"/>
            </a:p>
          </p:txBody>
        </p:sp>
        <p:sp>
          <p:nvSpPr>
            <p:cNvPr id="52" name="Shape 17">
              <a:extLst>
                <a:ext uri="{FF2B5EF4-FFF2-40B4-BE49-F238E27FC236}">
                  <a16:creationId xmlns:a16="http://schemas.microsoft.com/office/drawing/2014/main" id="{865DCBD5-04C7-4959-89A7-B579A8B353E9}"/>
                </a:ext>
              </a:extLst>
            </p:cNvPr>
            <p:cNvSpPr/>
            <p:nvPr/>
          </p:nvSpPr>
          <p:spPr>
            <a:xfrm>
              <a:off x="8626430" y="4086113"/>
              <a:ext cx="0" cy="502920"/>
            </a:xfrm>
            <a:prstGeom prst="line">
              <a:avLst/>
            </a:prstGeom>
            <a:noFill/>
            <a:ln w="19050">
              <a:solidFill>
                <a:srgbClr val="000000"/>
              </a:solidFill>
              <a:prstDash val="solid"/>
            </a:ln>
          </p:spPr>
        </p:sp>
        <p:sp>
          <p:nvSpPr>
            <p:cNvPr id="53" name="Shape 18">
              <a:extLst>
                <a:ext uri="{FF2B5EF4-FFF2-40B4-BE49-F238E27FC236}">
                  <a16:creationId xmlns:a16="http://schemas.microsoft.com/office/drawing/2014/main" id="{2E9C4A60-8358-4016-A3A1-1CBF73E8F14A}"/>
                </a:ext>
              </a:extLst>
            </p:cNvPr>
            <p:cNvSpPr/>
            <p:nvPr/>
          </p:nvSpPr>
          <p:spPr>
            <a:xfrm>
              <a:off x="3551510" y="4589033"/>
              <a:ext cx="5074920" cy="0"/>
            </a:xfrm>
            <a:prstGeom prst="line">
              <a:avLst/>
            </a:prstGeom>
            <a:noFill/>
            <a:ln w="19050">
              <a:solidFill>
                <a:srgbClr val="000000"/>
              </a:solidFill>
              <a:prstDash val="solid"/>
            </a:ln>
          </p:spPr>
        </p:sp>
        <p:sp>
          <p:nvSpPr>
            <p:cNvPr id="54" name="Shape 19">
              <a:extLst>
                <a:ext uri="{FF2B5EF4-FFF2-40B4-BE49-F238E27FC236}">
                  <a16:creationId xmlns:a16="http://schemas.microsoft.com/office/drawing/2014/main" id="{4E569C6E-C3EE-4641-A9C0-9F2C6C36F49D}"/>
                </a:ext>
              </a:extLst>
            </p:cNvPr>
            <p:cNvSpPr/>
            <p:nvPr/>
          </p:nvSpPr>
          <p:spPr>
            <a:xfrm>
              <a:off x="3551510" y="4086113"/>
              <a:ext cx="0" cy="502920"/>
            </a:xfrm>
            <a:prstGeom prst="line">
              <a:avLst/>
            </a:prstGeom>
            <a:noFill/>
            <a:ln w="19050">
              <a:solidFill>
                <a:srgbClr val="000000"/>
              </a:solidFill>
              <a:prstDash val="solid"/>
              <a:headEnd type="triangle"/>
            </a:ln>
          </p:spPr>
        </p:sp>
        <p:sp>
          <p:nvSpPr>
            <p:cNvPr id="55" name="Text 20">
              <a:extLst>
                <a:ext uri="{FF2B5EF4-FFF2-40B4-BE49-F238E27FC236}">
                  <a16:creationId xmlns:a16="http://schemas.microsoft.com/office/drawing/2014/main" id="{6C6D9E03-3084-4AD8-AAF9-C622162B1054}"/>
                </a:ext>
              </a:extLst>
            </p:cNvPr>
            <p:cNvSpPr txBox="1"/>
            <p:nvPr/>
          </p:nvSpPr>
          <p:spPr>
            <a:xfrm>
              <a:off x="4021709" y="4672051"/>
              <a:ext cx="4206240"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Arial" pitchFamily="34" charset="0"/>
                  <a:ea typeface="Arial" pitchFamily="34" charset="-122"/>
                  <a:cs typeface="Arial" pitchFamily="34" charset="-120"/>
                </a:rPr>
                <a:t>clicks feedback:  quality below threshold τ</a:t>
              </a:r>
              <a:endParaRPr lang="en-US" sz="1100" dirty="0"/>
            </a:p>
          </p:txBody>
        </p:sp>
        <p:pic>
          <p:nvPicPr>
            <p:cNvPr id="5" name="Picture 4">
              <a:extLst>
                <a:ext uri="{FF2B5EF4-FFF2-40B4-BE49-F238E27FC236}">
                  <a16:creationId xmlns:a16="http://schemas.microsoft.com/office/drawing/2014/main" id="{7A916F01-97DA-4827-A028-F7EA197009C6}"/>
                </a:ext>
              </a:extLst>
            </p:cNvPr>
            <p:cNvPicPr>
              <a:picLocks noChangeAspect="1"/>
            </p:cNvPicPr>
            <p:nvPr/>
          </p:nvPicPr>
          <p:blipFill rotWithShape="1">
            <a:blip r:embed="rId4"/>
            <a:srcRect t="4271"/>
            <a:stretch/>
          </p:blipFill>
          <p:spPr>
            <a:xfrm>
              <a:off x="196534" y="2621310"/>
              <a:ext cx="1817913" cy="1600200"/>
            </a:xfrm>
            <a:prstGeom prst="rect">
              <a:avLst/>
            </a:prstGeom>
          </p:spPr>
        </p:pic>
        <p:pic>
          <p:nvPicPr>
            <p:cNvPr id="7" name="Picture 6">
              <a:extLst>
                <a:ext uri="{FF2B5EF4-FFF2-40B4-BE49-F238E27FC236}">
                  <a16:creationId xmlns:a16="http://schemas.microsoft.com/office/drawing/2014/main" id="{9746FCB8-5129-40DF-AE68-B798C9C1A8E8}"/>
                </a:ext>
              </a:extLst>
            </p:cNvPr>
            <p:cNvPicPr>
              <a:picLocks noChangeAspect="1"/>
            </p:cNvPicPr>
            <p:nvPr/>
          </p:nvPicPr>
          <p:blipFill>
            <a:blip r:embed="rId5"/>
            <a:stretch>
              <a:fillRect/>
            </a:stretch>
          </p:blipFill>
          <p:spPr>
            <a:xfrm>
              <a:off x="5272565" y="2671833"/>
              <a:ext cx="1807836" cy="1585323"/>
            </a:xfrm>
            <a:prstGeom prst="rect">
              <a:avLst/>
            </a:prstGeom>
          </p:spPr>
        </p:pic>
        <p:pic>
          <p:nvPicPr>
            <p:cNvPr id="9" name="Picture 8">
              <a:extLst>
                <a:ext uri="{FF2B5EF4-FFF2-40B4-BE49-F238E27FC236}">
                  <a16:creationId xmlns:a16="http://schemas.microsoft.com/office/drawing/2014/main" id="{8D1C812A-3861-4233-80AB-038875B640F4}"/>
                </a:ext>
              </a:extLst>
            </p:cNvPr>
            <p:cNvPicPr>
              <a:picLocks noChangeAspect="1"/>
            </p:cNvPicPr>
            <p:nvPr/>
          </p:nvPicPr>
          <p:blipFill>
            <a:blip r:embed="rId6"/>
            <a:stretch>
              <a:fillRect/>
            </a:stretch>
          </p:blipFill>
          <p:spPr>
            <a:xfrm>
              <a:off x="10137160" y="2620949"/>
              <a:ext cx="1831320" cy="1600200"/>
            </a:xfrm>
            <a:prstGeom prst="rect">
              <a:avLst/>
            </a:prstGeom>
          </p:spPr>
        </p:pic>
      </p:grpSp>
      <p:sp>
        <p:nvSpPr>
          <p:cNvPr id="72" name="Shape 7">
            <a:extLst>
              <a:ext uri="{FF2B5EF4-FFF2-40B4-BE49-F238E27FC236}">
                <a16:creationId xmlns:a16="http://schemas.microsoft.com/office/drawing/2014/main" id="{42A9BB06-AE5A-49FA-BD48-68644C606904}"/>
              </a:ext>
            </a:extLst>
          </p:cNvPr>
          <p:cNvSpPr/>
          <p:nvPr/>
        </p:nvSpPr>
        <p:spPr>
          <a:xfrm>
            <a:off x="4685715" y="5645527"/>
            <a:ext cx="365760" cy="365760"/>
          </a:xfrm>
          <a:prstGeom prst="rect">
            <a:avLst/>
          </a:prstGeom>
          <a:solidFill>
            <a:srgbClr val="000000"/>
          </a:solidFill>
          <a:ln/>
        </p:spPr>
        <p:txBody>
          <a:bodyPr/>
          <a:lstStyle/>
          <a:p>
            <a:endParaRPr lang="en-US"/>
          </a:p>
        </p:txBody>
      </p:sp>
      <p:sp>
        <p:nvSpPr>
          <p:cNvPr id="73" name="Shape 7">
            <a:extLst>
              <a:ext uri="{FF2B5EF4-FFF2-40B4-BE49-F238E27FC236}">
                <a16:creationId xmlns:a16="http://schemas.microsoft.com/office/drawing/2014/main" id="{B318C19F-C673-4FD3-8126-D446DEACF141}"/>
              </a:ext>
            </a:extLst>
          </p:cNvPr>
          <p:cNvSpPr/>
          <p:nvPr/>
        </p:nvSpPr>
        <p:spPr>
          <a:xfrm>
            <a:off x="8559800" y="5645101"/>
            <a:ext cx="365760" cy="365760"/>
          </a:xfrm>
          <a:prstGeom prst="rect">
            <a:avLst/>
          </a:prstGeom>
          <a:solidFill>
            <a:srgbClr val="000000"/>
          </a:solidFill>
          <a:ln/>
        </p:spPr>
        <p:txBody>
          <a:bodyPr/>
          <a:lstStyle/>
          <a:p>
            <a:endParaRPr lang="en-US" dirty="0"/>
          </a:p>
        </p:txBody>
      </p:sp>
      <p:sp>
        <p:nvSpPr>
          <p:cNvPr id="74" name="Text 8">
            <a:extLst>
              <a:ext uri="{FF2B5EF4-FFF2-40B4-BE49-F238E27FC236}">
                <a16:creationId xmlns:a16="http://schemas.microsoft.com/office/drawing/2014/main" id="{8221C845-21BD-4F1F-9664-739223C751C5}"/>
              </a:ext>
            </a:extLst>
          </p:cNvPr>
          <p:cNvSpPr txBox="1"/>
          <p:nvPr/>
        </p:nvSpPr>
        <p:spPr>
          <a:xfrm>
            <a:off x="4750818" y="5699011"/>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sp>
        <p:nvSpPr>
          <p:cNvPr id="75" name="Text 8">
            <a:extLst>
              <a:ext uri="{FF2B5EF4-FFF2-40B4-BE49-F238E27FC236}">
                <a16:creationId xmlns:a16="http://schemas.microsoft.com/office/drawing/2014/main" id="{C57F9E6C-A373-41D6-B970-9EE093326186}"/>
              </a:ext>
            </a:extLst>
          </p:cNvPr>
          <p:cNvSpPr txBox="1"/>
          <p:nvPr/>
        </p:nvSpPr>
        <p:spPr>
          <a:xfrm>
            <a:off x="8621028" y="5699011"/>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sp>
        <p:nvSpPr>
          <p:cNvPr id="76" name="Text 28">
            <a:extLst>
              <a:ext uri="{FF2B5EF4-FFF2-40B4-BE49-F238E27FC236}">
                <a16:creationId xmlns:a16="http://schemas.microsoft.com/office/drawing/2014/main" id="{3E4B69A7-A7ED-410B-9A9E-3D9C3E0C5815}"/>
              </a:ext>
            </a:extLst>
          </p:cNvPr>
          <p:cNvSpPr txBox="1"/>
          <p:nvPr/>
        </p:nvSpPr>
        <p:spPr>
          <a:xfrm>
            <a:off x="1343987" y="5705481"/>
            <a:ext cx="3017520" cy="292608"/>
          </a:xfrm>
          <a:prstGeom prst="rect">
            <a:avLst/>
          </a:prstGeom>
          <a:noFill/>
          <a:ln/>
        </p:spPr>
        <p:txBody>
          <a:bodyPr wrap="square" lIns="0" tIns="0" rIns="0" bIns="0" rtlCol="0" anchor="ctr"/>
          <a:lstStyle/>
          <a:p>
            <a:pPr marL="0" indent="0">
              <a:buNone/>
            </a:pPr>
            <a:r>
              <a:rPr lang="en-US" sz="1450" b="1" dirty="0">
                <a:solidFill>
                  <a:srgbClr val="000000"/>
                </a:solidFill>
                <a:latin typeface="Arial" pitchFamily="34" charset="0"/>
                <a:cs typeface="Arial" pitchFamily="34" charset="-120"/>
                <a:sym typeface="Open Sauce Bold"/>
              </a:rPr>
              <a:t>Interactive 3D Framework</a:t>
            </a:r>
            <a:endParaRPr lang="en-US" sz="1450" b="1" dirty="0">
              <a:solidFill>
                <a:srgbClr val="000000"/>
              </a:solidFill>
              <a:latin typeface="Arial" pitchFamily="34" charset="0"/>
              <a:cs typeface="Arial" pitchFamily="34" charset="-120"/>
            </a:endParaRPr>
          </a:p>
        </p:txBody>
      </p:sp>
    </p:spTree>
    <p:extLst>
      <p:ext uri="{BB962C8B-B14F-4D97-AF65-F5344CB8AC3E}">
        <p14:creationId xmlns:p14="http://schemas.microsoft.com/office/powerpoint/2010/main" val="2875150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479478B1-6442-43A8-8CB9-0006392C3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DE393B10-4C39-43A8-BBF6-3FAA7A808E4B}"/>
              </a:ext>
            </a:extLst>
          </p:cNvPr>
          <p:cNvSpPr txBox="1"/>
          <p:nvPr/>
        </p:nvSpPr>
        <p:spPr>
          <a:xfrm>
            <a:off x="426720" y="1396605"/>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How I Built the Training Pipeline</a:t>
            </a:r>
            <a:r>
              <a:rPr lang="en-US" sz="3600" b="1" kern="0" spc="100" dirty="0">
                <a:solidFill>
                  <a:srgbClr val="000000"/>
                </a:solidFill>
                <a:latin typeface="Arial" pitchFamily="34" charset="0"/>
                <a:ea typeface="Arial" pitchFamily="34" charset="-122"/>
                <a:cs typeface="Arial" pitchFamily="34" charset="-120"/>
              </a:rPr>
              <a:t>?</a:t>
            </a:r>
          </a:p>
        </p:txBody>
      </p:sp>
      <p:grpSp>
        <p:nvGrpSpPr>
          <p:cNvPr id="4" name="Group 3">
            <a:extLst>
              <a:ext uri="{FF2B5EF4-FFF2-40B4-BE49-F238E27FC236}">
                <a16:creationId xmlns:a16="http://schemas.microsoft.com/office/drawing/2014/main" id="{40AE5694-13CE-45C2-99AF-8D7F76BDCB2A}"/>
              </a:ext>
            </a:extLst>
          </p:cNvPr>
          <p:cNvGrpSpPr/>
          <p:nvPr/>
        </p:nvGrpSpPr>
        <p:grpSpPr>
          <a:xfrm>
            <a:off x="426720" y="2372080"/>
            <a:ext cx="5669280" cy="365760"/>
            <a:chOff x="430011" y="3510665"/>
            <a:chExt cx="5669280" cy="365760"/>
          </a:xfrm>
        </p:grpSpPr>
        <p:grpSp>
          <p:nvGrpSpPr>
            <p:cNvPr id="5" name="Group 4">
              <a:extLst>
                <a:ext uri="{FF2B5EF4-FFF2-40B4-BE49-F238E27FC236}">
                  <a16:creationId xmlns:a16="http://schemas.microsoft.com/office/drawing/2014/main" id="{DB57898D-E113-4EC7-B8B3-53518C500DC3}"/>
                </a:ext>
              </a:extLst>
            </p:cNvPr>
            <p:cNvGrpSpPr/>
            <p:nvPr/>
          </p:nvGrpSpPr>
          <p:grpSpPr>
            <a:xfrm>
              <a:off x="430011" y="3510665"/>
              <a:ext cx="365760" cy="365760"/>
              <a:chOff x="640080" y="2606040"/>
              <a:chExt cx="365760" cy="365760"/>
            </a:xfrm>
          </p:grpSpPr>
          <p:sp>
            <p:nvSpPr>
              <p:cNvPr id="8" name="Shape 7">
                <a:extLst>
                  <a:ext uri="{FF2B5EF4-FFF2-40B4-BE49-F238E27FC236}">
                    <a16:creationId xmlns:a16="http://schemas.microsoft.com/office/drawing/2014/main" id="{4D9612F4-82E5-44C4-889B-6CB956B52FC3}"/>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9" name="Text 8">
                <a:extLst>
                  <a:ext uri="{FF2B5EF4-FFF2-40B4-BE49-F238E27FC236}">
                    <a16:creationId xmlns:a16="http://schemas.microsoft.com/office/drawing/2014/main" id="{85C60D99-8400-4BD3-802C-2A952AAD9CD0}"/>
                  </a:ext>
                </a:extLst>
              </p:cNvPr>
              <p:cNvSpPr txBox="1"/>
              <p:nvPr/>
            </p:nvSpPr>
            <p:spPr>
              <a:xfrm>
                <a:off x="700500" y="2645725"/>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grpSp>
        <p:sp>
          <p:nvSpPr>
            <p:cNvPr id="6" name="Text 9">
              <a:extLst>
                <a:ext uri="{FF2B5EF4-FFF2-40B4-BE49-F238E27FC236}">
                  <a16:creationId xmlns:a16="http://schemas.microsoft.com/office/drawing/2014/main" id="{38100DF8-68C2-43C2-A47E-EF8B81BFE70E}"/>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Combine diverse CTA cohorts</a:t>
              </a:r>
            </a:p>
          </p:txBody>
        </p:sp>
      </p:grpSp>
      <p:grpSp>
        <p:nvGrpSpPr>
          <p:cNvPr id="10" name="Group 9">
            <a:extLst>
              <a:ext uri="{FF2B5EF4-FFF2-40B4-BE49-F238E27FC236}">
                <a16:creationId xmlns:a16="http://schemas.microsoft.com/office/drawing/2014/main" id="{E3259C8E-70E9-4DC0-B323-3939F9167A47}"/>
              </a:ext>
            </a:extLst>
          </p:cNvPr>
          <p:cNvGrpSpPr/>
          <p:nvPr/>
        </p:nvGrpSpPr>
        <p:grpSpPr>
          <a:xfrm>
            <a:off x="426720" y="2960036"/>
            <a:ext cx="5669280" cy="365760"/>
            <a:chOff x="430011" y="3510665"/>
            <a:chExt cx="5669280" cy="365760"/>
          </a:xfrm>
        </p:grpSpPr>
        <p:grpSp>
          <p:nvGrpSpPr>
            <p:cNvPr id="11" name="Group 10">
              <a:extLst>
                <a:ext uri="{FF2B5EF4-FFF2-40B4-BE49-F238E27FC236}">
                  <a16:creationId xmlns:a16="http://schemas.microsoft.com/office/drawing/2014/main" id="{C74250F2-B607-4740-8C85-625EFE3294B0}"/>
                </a:ext>
              </a:extLst>
            </p:cNvPr>
            <p:cNvGrpSpPr/>
            <p:nvPr/>
          </p:nvGrpSpPr>
          <p:grpSpPr>
            <a:xfrm>
              <a:off x="430011" y="3510665"/>
              <a:ext cx="365760" cy="365760"/>
              <a:chOff x="640080" y="2606040"/>
              <a:chExt cx="365760" cy="365760"/>
            </a:xfrm>
          </p:grpSpPr>
          <p:sp>
            <p:nvSpPr>
              <p:cNvPr id="13" name="Shape 7">
                <a:extLst>
                  <a:ext uri="{FF2B5EF4-FFF2-40B4-BE49-F238E27FC236}">
                    <a16:creationId xmlns:a16="http://schemas.microsoft.com/office/drawing/2014/main" id="{F6F402B0-A3E3-4910-B3FF-8F2664C02B3A}"/>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14" name="Text 8">
                <a:extLst>
                  <a:ext uri="{FF2B5EF4-FFF2-40B4-BE49-F238E27FC236}">
                    <a16:creationId xmlns:a16="http://schemas.microsoft.com/office/drawing/2014/main" id="{5A65434C-E45D-4E00-A128-6F38B32E77F6}"/>
                  </a:ext>
                </a:extLst>
              </p:cNvPr>
              <p:cNvSpPr txBox="1"/>
              <p:nvPr/>
            </p:nvSpPr>
            <p:spPr>
              <a:xfrm>
                <a:off x="700500" y="2645725"/>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grpSp>
        <p:sp>
          <p:nvSpPr>
            <p:cNvPr id="12" name="Text 9">
              <a:extLst>
                <a:ext uri="{FF2B5EF4-FFF2-40B4-BE49-F238E27FC236}">
                  <a16:creationId xmlns:a16="http://schemas.microsoft.com/office/drawing/2014/main" id="{CB09C502-3086-4523-9091-803200E32E12}"/>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dirty="0" err="1">
                  <a:solidFill>
                    <a:srgbClr val="000000"/>
                  </a:solidFill>
                  <a:latin typeface="Arial" pitchFamily="34" charset="0"/>
                  <a:cs typeface="Arial" pitchFamily="34" charset="-120"/>
                </a:rPr>
                <a:t>Standardise</a:t>
              </a:r>
              <a:r>
                <a:rPr lang="en-US" dirty="0">
                  <a:solidFill>
                    <a:srgbClr val="000000"/>
                  </a:solidFill>
                  <a:latin typeface="Arial" pitchFamily="34" charset="0"/>
                  <a:cs typeface="Arial" pitchFamily="34" charset="-120"/>
                </a:rPr>
                <a:t> every volume before training</a:t>
              </a:r>
            </a:p>
          </p:txBody>
        </p:sp>
      </p:grpSp>
      <p:grpSp>
        <p:nvGrpSpPr>
          <p:cNvPr id="15" name="Group 14">
            <a:extLst>
              <a:ext uri="{FF2B5EF4-FFF2-40B4-BE49-F238E27FC236}">
                <a16:creationId xmlns:a16="http://schemas.microsoft.com/office/drawing/2014/main" id="{7B89A5F9-0330-42CB-9761-CB325418B4CD}"/>
              </a:ext>
            </a:extLst>
          </p:cNvPr>
          <p:cNvGrpSpPr/>
          <p:nvPr/>
        </p:nvGrpSpPr>
        <p:grpSpPr>
          <a:xfrm>
            <a:off x="426720" y="3547992"/>
            <a:ext cx="5669280" cy="365760"/>
            <a:chOff x="430011" y="3510665"/>
            <a:chExt cx="5669280" cy="365760"/>
          </a:xfrm>
        </p:grpSpPr>
        <p:grpSp>
          <p:nvGrpSpPr>
            <p:cNvPr id="16" name="Group 15">
              <a:extLst>
                <a:ext uri="{FF2B5EF4-FFF2-40B4-BE49-F238E27FC236}">
                  <a16:creationId xmlns:a16="http://schemas.microsoft.com/office/drawing/2014/main" id="{DAA9C813-F0CC-476E-9FEB-F1FFAFA9508C}"/>
                </a:ext>
              </a:extLst>
            </p:cNvPr>
            <p:cNvGrpSpPr/>
            <p:nvPr/>
          </p:nvGrpSpPr>
          <p:grpSpPr>
            <a:xfrm>
              <a:off x="430011" y="3510665"/>
              <a:ext cx="365760" cy="365760"/>
              <a:chOff x="640080" y="2606040"/>
              <a:chExt cx="365760" cy="365760"/>
            </a:xfrm>
          </p:grpSpPr>
          <p:sp>
            <p:nvSpPr>
              <p:cNvPr id="18" name="Shape 7">
                <a:extLst>
                  <a:ext uri="{FF2B5EF4-FFF2-40B4-BE49-F238E27FC236}">
                    <a16:creationId xmlns:a16="http://schemas.microsoft.com/office/drawing/2014/main" id="{84650080-AF8A-4EC4-AE20-E1255BAF0B5A}"/>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19" name="Text 8">
                <a:extLst>
                  <a:ext uri="{FF2B5EF4-FFF2-40B4-BE49-F238E27FC236}">
                    <a16:creationId xmlns:a16="http://schemas.microsoft.com/office/drawing/2014/main" id="{73006C05-D430-4784-9A70-12B6A57CD8BC}"/>
                  </a:ext>
                </a:extLst>
              </p:cNvPr>
              <p:cNvSpPr txBox="1"/>
              <p:nvPr/>
            </p:nvSpPr>
            <p:spPr>
              <a:xfrm>
                <a:off x="700500" y="2645725"/>
                <a:ext cx="243304" cy="250319"/>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grpSp>
        <p:sp>
          <p:nvSpPr>
            <p:cNvPr id="17" name="Text 9">
              <a:extLst>
                <a:ext uri="{FF2B5EF4-FFF2-40B4-BE49-F238E27FC236}">
                  <a16:creationId xmlns:a16="http://schemas.microsoft.com/office/drawing/2014/main" id="{E5740A68-45B6-4AE2-B345-F9D914775D00}"/>
                </a:ext>
              </a:extLst>
            </p:cNvPr>
            <p:cNvSpPr txBox="1"/>
            <p:nvPr/>
          </p:nvSpPr>
          <p:spPr>
            <a:xfrm>
              <a:off x="996939" y="3529206"/>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Train on QMUL </a:t>
              </a:r>
              <a:r>
                <a:rPr lang="en-US" dirty="0" err="1">
                  <a:solidFill>
                    <a:srgbClr val="000000"/>
                  </a:solidFill>
                  <a:latin typeface="Arial" pitchFamily="34" charset="0"/>
                  <a:cs typeface="Arial" pitchFamily="34" charset="-120"/>
                </a:rPr>
                <a:t>Apocrita</a:t>
              </a:r>
              <a:r>
                <a:rPr lang="en-US" dirty="0">
                  <a:solidFill>
                    <a:srgbClr val="000000"/>
                  </a:solidFill>
                  <a:latin typeface="Arial" pitchFamily="34" charset="0"/>
                  <a:cs typeface="Arial" pitchFamily="34" charset="-120"/>
                </a:rPr>
                <a:t> HPC</a:t>
              </a:r>
            </a:p>
          </p:txBody>
        </p:sp>
      </p:grpSp>
      <p:grpSp>
        <p:nvGrpSpPr>
          <p:cNvPr id="24" name="Group 23">
            <a:extLst>
              <a:ext uri="{FF2B5EF4-FFF2-40B4-BE49-F238E27FC236}">
                <a16:creationId xmlns:a16="http://schemas.microsoft.com/office/drawing/2014/main" id="{81E2970D-8290-4DDB-BA4B-F65B06E6890D}"/>
              </a:ext>
            </a:extLst>
          </p:cNvPr>
          <p:cNvGrpSpPr/>
          <p:nvPr/>
        </p:nvGrpSpPr>
        <p:grpSpPr>
          <a:xfrm>
            <a:off x="8111078" y="2110287"/>
            <a:ext cx="3593782" cy="2844434"/>
            <a:chOff x="7733507" y="2149610"/>
            <a:chExt cx="3293489" cy="2428562"/>
          </a:xfrm>
        </p:grpSpPr>
        <p:pic>
          <p:nvPicPr>
            <p:cNvPr id="21" name="Picture 20">
              <a:extLst>
                <a:ext uri="{FF2B5EF4-FFF2-40B4-BE49-F238E27FC236}">
                  <a16:creationId xmlns:a16="http://schemas.microsoft.com/office/drawing/2014/main" id="{69AFD1CB-E64F-4EC3-AD43-0AAA0F54D67C}"/>
                </a:ext>
              </a:extLst>
            </p:cNvPr>
            <p:cNvPicPr>
              <a:picLocks noChangeAspect="1"/>
            </p:cNvPicPr>
            <p:nvPr/>
          </p:nvPicPr>
          <p:blipFill>
            <a:blip r:embed="rId3"/>
            <a:stretch>
              <a:fillRect/>
            </a:stretch>
          </p:blipFill>
          <p:spPr>
            <a:xfrm>
              <a:off x="7733507" y="2149610"/>
              <a:ext cx="1242854" cy="2155464"/>
            </a:xfrm>
            <a:prstGeom prst="rect">
              <a:avLst/>
            </a:prstGeom>
            <a:ln>
              <a:solidFill>
                <a:schemeClr val="tx1"/>
              </a:solidFill>
            </a:ln>
          </p:spPr>
        </p:pic>
        <p:pic>
          <p:nvPicPr>
            <p:cNvPr id="23" name="Picture 22">
              <a:extLst>
                <a:ext uri="{FF2B5EF4-FFF2-40B4-BE49-F238E27FC236}">
                  <a16:creationId xmlns:a16="http://schemas.microsoft.com/office/drawing/2014/main" id="{A96106DF-27FA-408E-A61F-12AEDC8D81D4}"/>
                </a:ext>
              </a:extLst>
            </p:cNvPr>
            <p:cNvPicPr>
              <a:picLocks noChangeAspect="1"/>
            </p:cNvPicPr>
            <p:nvPr/>
          </p:nvPicPr>
          <p:blipFill>
            <a:blip r:embed="rId4"/>
            <a:stretch>
              <a:fillRect/>
            </a:stretch>
          </p:blipFill>
          <p:spPr>
            <a:xfrm>
              <a:off x="9721948" y="2149610"/>
              <a:ext cx="1241589" cy="2155464"/>
            </a:xfrm>
            <a:prstGeom prst="rect">
              <a:avLst/>
            </a:prstGeom>
            <a:ln>
              <a:solidFill>
                <a:schemeClr val="tx1"/>
              </a:solidFill>
            </a:ln>
          </p:spPr>
        </p:pic>
        <p:sp>
          <p:nvSpPr>
            <p:cNvPr id="25" name="Text 6">
              <a:extLst>
                <a:ext uri="{FF2B5EF4-FFF2-40B4-BE49-F238E27FC236}">
                  <a16:creationId xmlns:a16="http://schemas.microsoft.com/office/drawing/2014/main" id="{E9B38D84-84C8-440A-BC9A-1485A0D36970}"/>
                </a:ext>
              </a:extLst>
            </p:cNvPr>
            <p:cNvSpPr txBox="1"/>
            <p:nvPr/>
          </p:nvSpPr>
          <p:spPr>
            <a:xfrm>
              <a:off x="8188396" y="4468302"/>
              <a:ext cx="2838600" cy="109870"/>
            </a:xfrm>
            <a:prstGeom prst="rect">
              <a:avLst/>
            </a:prstGeom>
            <a:noFill/>
            <a:ln>
              <a:noFill/>
            </a:ln>
          </p:spPr>
          <p:txBody>
            <a:bodyPr wrap="square" lIns="0" tIns="0" rIns="0" bIns="0" rtlCol="0" anchor="ctr"/>
            <a:lstStyle/>
            <a:p>
              <a:pPr marL="0" indent="0">
                <a:buNone/>
              </a:pPr>
              <a:r>
                <a:rPr lang="en-US" sz="1250" b="1" dirty="0">
                  <a:latin typeface="Arial" pitchFamily="34" charset="0"/>
                  <a:cs typeface="Arial" pitchFamily="34" charset="-120"/>
                </a:rPr>
                <a:t>Before and after preprocessing</a:t>
              </a:r>
              <a:endParaRPr lang="en-US" sz="1250" b="1" dirty="0"/>
            </a:p>
          </p:txBody>
        </p:sp>
      </p:grpSp>
      <p:grpSp>
        <p:nvGrpSpPr>
          <p:cNvPr id="51" name="Group 50">
            <a:extLst>
              <a:ext uri="{FF2B5EF4-FFF2-40B4-BE49-F238E27FC236}">
                <a16:creationId xmlns:a16="http://schemas.microsoft.com/office/drawing/2014/main" id="{FA4C0962-7A47-4C1D-80F6-2F1AB2B5B8D8}"/>
              </a:ext>
            </a:extLst>
          </p:cNvPr>
          <p:cNvGrpSpPr/>
          <p:nvPr/>
        </p:nvGrpSpPr>
        <p:grpSpPr>
          <a:xfrm>
            <a:off x="487140" y="5509022"/>
            <a:ext cx="11320998" cy="923295"/>
            <a:chOff x="1482061" y="5115115"/>
            <a:chExt cx="10310350" cy="748047"/>
          </a:xfrm>
        </p:grpSpPr>
        <p:sp>
          <p:nvSpPr>
            <p:cNvPr id="38" name="TextBox 37">
              <a:extLst>
                <a:ext uri="{FF2B5EF4-FFF2-40B4-BE49-F238E27FC236}">
                  <a16:creationId xmlns:a16="http://schemas.microsoft.com/office/drawing/2014/main" id="{C0FD2689-DCAA-4615-8933-69D2EF39029B}"/>
                </a:ext>
              </a:extLst>
            </p:cNvPr>
            <p:cNvSpPr txBox="1"/>
            <p:nvPr/>
          </p:nvSpPr>
          <p:spPr>
            <a:xfrm rot="5400000">
              <a:off x="5873393" y="5515309"/>
              <a:ext cx="467106" cy="228600"/>
            </a:xfrm>
            <a:prstGeom prst="rect">
              <a:avLst/>
            </a:prstGeom>
            <a:noFill/>
          </p:spPr>
          <p:txBody>
            <a:bodyPr wrap="square">
              <a:spAutoFit/>
            </a:bodyPr>
            <a:lstStyle/>
            <a:p>
              <a:pPr algn="ctr">
                <a:defRPr sz="900" b="1">
                  <a:solidFill>
                    <a:srgbClr val="141920"/>
                  </a:solidFill>
                  <a:latin typeface="Aptos"/>
                </a:defRPr>
              </a:pPr>
              <a:r>
                <a:t>158</a:t>
              </a:r>
            </a:p>
          </p:txBody>
        </p:sp>
        <p:pic>
          <p:nvPicPr>
            <p:cNvPr id="3076" name="Picture 4" descr="Barts Health NHS Trust ITSM Case Study | Alemba Service Manager">
              <a:extLst>
                <a:ext uri="{FF2B5EF4-FFF2-40B4-BE49-F238E27FC236}">
                  <a16:creationId xmlns:a16="http://schemas.microsoft.com/office/drawing/2014/main" id="{F25311AD-F110-4D2C-86B4-97565854CAD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449" t="22808" r="26911" b="23475"/>
            <a:stretch/>
          </p:blipFill>
          <p:spPr bwMode="auto">
            <a:xfrm>
              <a:off x="1482061" y="5117090"/>
              <a:ext cx="826379" cy="5791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F49F9240-24F0-42AD-BE10-42AF728B4FAD}"/>
                </a:ext>
              </a:extLst>
            </p:cNvPr>
            <p:cNvPicPr>
              <a:picLocks noChangeAspect="1"/>
            </p:cNvPicPr>
            <p:nvPr/>
          </p:nvPicPr>
          <p:blipFill rotWithShape="1">
            <a:blip r:embed="rId6"/>
            <a:srcRect t="4278"/>
            <a:stretch/>
          </p:blipFill>
          <p:spPr>
            <a:xfrm>
              <a:off x="2653438" y="5117089"/>
              <a:ext cx="958953" cy="579144"/>
            </a:xfrm>
            <a:prstGeom prst="rect">
              <a:avLst/>
            </a:prstGeom>
            <a:ln>
              <a:solidFill>
                <a:schemeClr val="tx1"/>
              </a:solidFill>
            </a:ln>
          </p:spPr>
        </p:pic>
        <p:pic>
          <p:nvPicPr>
            <p:cNvPr id="3078" name="Picture 6" descr="Seg.A. 2023 - SEG.A. - Segmentation of the Aorta - Grand Challenge">
              <a:extLst>
                <a:ext uri="{FF2B5EF4-FFF2-40B4-BE49-F238E27FC236}">
                  <a16:creationId xmlns:a16="http://schemas.microsoft.com/office/drawing/2014/main" id="{0A529892-C9BA-4567-BA3A-F31708D888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57389" y="5117089"/>
              <a:ext cx="1132696" cy="5791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25DCE9D6-D97E-47C5-82E4-8ADF4A842F7A}"/>
                </a:ext>
              </a:extLst>
            </p:cNvPr>
            <p:cNvPicPr>
              <a:picLocks noChangeAspect="1"/>
            </p:cNvPicPr>
            <p:nvPr/>
          </p:nvPicPr>
          <p:blipFill>
            <a:blip r:embed="rId8"/>
            <a:stretch>
              <a:fillRect/>
            </a:stretch>
          </p:blipFill>
          <p:spPr>
            <a:xfrm>
              <a:off x="5435082" y="5115115"/>
              <a:ext cx="1443652" cy="581119"/>
            </a:xfrm>
            <a:prstGeom prst="rect">
              <a:avLst/>
            </a:prstGeom>
            <a:ln>
              <a:solidFill>
                <a:schemeClr val="tx1"/>
              </a:solidFill>
            </a:ln>
          </p:spPr>
        </p:pic>
        <p:pic>
          <p:nvPicPr>
            <p:cNvPr id="48" name="Picture 47">
              <a:extLst>
                <a:ext uri="{FF2B5EF4-FFF2-40B4-BE49-F238E27FC236}">
                  <a16:creationId xmlns:a16="http://schemas.microsoft.com/office/drawing/2014/main" id="{5CB651CD-5AAD-4466-81FB-C3FD07377AC6}"/>
                </a:ext>
              </a:extLst>
            </p:cNvPr>
            <p:cNvPicPr>
              <a:picLocks noChangeAspect="1"/>
            </p:cNvPicPr>
            <p:nvPr/>
          </p:nvPicPr>
          <p:blipFill rotWithShape="1">
            <a:blip r:embed="rId9"/>
            <a:srcRect t="1849" b="-1"/>
            <a:stretch/>
          </p:blipFill>
          <p:spPr>
            <a:xfrm>
              <a:off x="7223732" y="5117090"/>
              <a:ext cx="1851019" cy="579143"/>
            </a:xfrm>
            <a:prstGeom prst="rect">
              <a:avLst/>
            </a:prstGeom>
            <a:ln>
              <a:solidFill>
                <a:schemeClr val="tx1"/>
              </a:solidFill>
            </a:ln>
          </p:spPr>
        </p:pic>
        <p:pic>
          <p:nvPicPr>
            <p:cNvPr id="50" name="Picture 49">
              <a:extLst>
                <a:ext uri="{FF2B5EF4-FFF2-40B4-BE49-F238E27FC236}">
                  <a16:creationId xmlns:a16="http://schemas.microsoft.com/office/drawing/2014/main" id="{94E1BB97-9DA3-4FF3-BEB0-A92AA4BF3873}"/>
                </a:ext>
              </a:extLst>
            </p:cNvPr>
            <p:cNvPicPr>
              <a:picLocks noChangeAspect="1"/>
            </p:cNvPicPr>
            <p:nvPr/>
          </p:nvPicPr>
          <p:blipFill>
            <a:blip r:embed="rId10"/>
            <a:stretch>
              <a:fillRect/>
            </a:stretch>
          </p:blipFill>
          <p:spPr>
            <a:xfrm>
              <a:off x="9414972" y="5117090"/>
              <a:ext cx="2377439" cy="579144"/>
            </a:xfrm>
            <a:prstGeom prst="rect">
              <a:avLst/>
            </a:prstGeom>
            <a:ln>
              <a:solidFill>
                <a:schemeClr val="tx1"/>
              </a:solidFill>
            </a:ln>
          </p:spPr>
        </p:pic>
      </p:grpSp>
      <p:sp>
        <p:nvSpPr>
          <p:cNvPr id="55" name="Text 4">
            <a:extLst>
              <a:ext uri="{FF2B5EF4-FFF2-40B4-BE49-F238E27FC236}">
                <a16:creationId xmlns:a16="http://schemas.microsoft.com/office/drawing/2014/main" id="{4AD7EDBE-04E3-4234-B068-B36AB147F39F}"/>
              </a:ext>
            </a:extLst>
          </p:cNvPr>
          <p:cNvSpPr txBox="1"/>
          <p:nvPr/>
        </p:nvSpPr>
        <p:spPr>
          <a:xfrm>
            <a:off x="448238" y="6311976"/>
            <a:ext cx="885438"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Base (43)</a:t>
            </a:r>
            <a:endParaRPr lang="en-US" sz="1100" b="1" dirty="0"/>
          </a:p>
        </p:txBody>
      </p:sp>
      <p:sp>
        <p:nvSpPr>
          <p:cNvPr id="56" name="Text 4">
            <a:extLst>
              <a:ext uri="{FF2B5EF4-FFF2-40B4-BE49-F238E27FC236}">
                <a16:creationId xmlns:a16="http://schemas.microsoft.com/office/drawing/2014/main" id="{FC77824A-7BBE-4C7C-A0CC-EAC5E3E71D63}"/>
              </a:ext>
            </a:extLst>
          </p:cNvPr>
          <p:cNvSpPr txBox="1"/>
          <p:nvPr/>
        </p:nvSpPr>
        <p:spPr>
          <a:xfrm>
            <a:off x="1737321" y="6303834"/>
            <a:ext cx="1088969"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Dissection (40)</a:t>
            </a:r>
            <a:endParaRPr lang="en-US" sz="1100" b="1" dirty="0"/>
          </a:p>
        </p:txBody>
      </p:sp>
      <p:sp>
        <p:nvSpPr>
          <p:cNvPr id="57" name="Text 4">
            <a:extLst>
              <a:ext uri="{FF2B5EF4-FFF2-40B4-BE49-F238E27FC236}">
                <a16:creationId xmlns:a16="http://schemas.microsoft.com/office/drawing/2014/main" id="{3662DB47-1FF5-4B33-8D4D-30E84E7583AA}"/>
              </a:ext>
            </a:extLst>
          </p:cNvPr>
          <p:cNvSpPr txBox="1"/>
          <p:nvPr/>
        </p:nvSpPr>
        <p:spPr>
          <a:xfrm>
            <a:off x="3384250" y="6311976"/>
            <a:ext cx="885438"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SEGA (55)</a:t>
            </a:r>
            <a:endParaRPr lang="en-US" sz="1100" b="1" dirty="0"/>
          </a:p>
        </p:txBody>
      </p:sp>
      <p:sp>
        <p:nvSpPr>
          <p:cNvPr id="58" name="Text 4">
            <a:extLst>
              <a:ext uri="{FF2B5EF4-FFF2-40B4-BE49-F238E27FC236}">
                <a16:creationId xmlns:a16="http://schemas.microsoft.com/office/drawing/2014/main" id="{6E42BFCC-84CE-42A3-A456-8081C00E254F}"/>
              </a:ext>
            </a:extLst>
          </p:cNvPr>
          <p:cNvSpPr txBox="1"/>
          <p:nvPr/>
        </p:nvSpPr>
        <p:spPr>
          <a:xfrm>
            <a:off x="5177509" y="6303834"/>
            <a:ext cx="885438"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CIS-</a:t>
            </a:r>
            <a:r>
              <a:rPr lang="en-US" sz="1100" b="1" dirty="0" err="1">
                <a:latin typeface="Arial" pitchFamily="34" charset="0"/>
                <a:ea typeface="Arial" pitchFamily="34" charset="-122"/>
                <a:cs typeface="Arial" pitchFamily="34" charset="-120"/>
              </a:rPr>
              <a:t>Unet</a:t>
            </a:r>
            <a:r>
              <a:rPr lang="en-US" sz="1100" b="1" dirty="0">
                <a:latin typeface="Arial" pitchFamily="34" charset="0"/>
                <a:ea typeface="Arial" pitchFamily="34" charset="-122"/>
                <a:cs typeface="Arial" pitchFamily="34" charset="-120"/>
              </a:rPr>
              <a:t> (59)</a:t>
            </a:r>
            <a:endParaRPr lang="en-US" sz="1100" b="1" dirty="0"/>
          </a:p>
        </p:txBody>
      </p:sp>
      <p:sp>
        <p:nvSpPr>
          <p:cNvPr id="59" name="Text 4">
            <a:extLst>
              <a:ext uri="{FF2B5EF4-FFF2-40B4-BE49-F238E27FC236}">
                <a16:creationId xmlns:a16="http://schemas.microsoft.com/office/drawing/2014/main" id="{B4252553-B12C-432C-82FE-BB01BEBF0C7A}"/>
              </a:ext>
            </a:extLst>
          </p:cNvPr>
          <p:cNvSpPr txBox="1"/>
          <p:nvPr/>
        </p:nvSpPr>
        <p:spPr>
          <a:xfrm>
            <a:off x="7155747" y="6321928"/>
            <a:ext cx="1342176"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Aortasega_60 (60)</a:t>
            </a:r>
            <a:endParaRPr lang="en-US" sz="1100" b="1" dirty="0"/>
          </a:p>
        </p:txBody>
      </p:sp>
      <p:sp>
        <p:nvSpPr>
          <p:cNvPr id="60" name="Text 4">
            <a:extLst>
              <a:ext uri="{FF2B5EF4-FFF2-40B4-BE49-F238E27FC236}">
                <a16:creationId xmlns:a16="http://schemas.microsoft.com/office/drawing/2014/main" id="{6847FFEF-396D-4E6B-B7CE-ECE9366388F1}"/>
              </a:ext>
            </a:extLst>
          </p:cNvPr>
          <p:cNvSpPr txBox="1"/>
          <p:nvPr/>
        </p:nvSpPr>
        <p:spPr>
          <a:xfrm>
            <a:off x="9831809" y="6306360"/>
            <a:ext cx="1342176" cy="232542"/>
          </a:xfrm>
          <a:prstGeom prst="rect">
            <a:avLst/>
          </a:prstGeom>
          <a:noFill/>
          <a:ln/>
        </p:spPr>
        <p:txBody>
          <a:bodyPr wrap="square" lIns="0" tIns="0" rIns="0" bIns="0" rtlCol="0" anchor="ctr"/>
          <a:lstStyle/>
          <a:p>
            <a:pPr marL="0" indent="0" algn="ctr">
              <a:buNone/>
            </a:pPr>
            <a:r>
              <a:rPr lang="en-US" sz="1100" b="1" dirty="0">
                <a:latin typeface="Arial" pitchFamily="34" charset="0"/>
                <a:ea typeface="Arial" pitchFamily="34" charset="-122"/>
                <a:cs typeface="Arial" pitchFamily="34" charset="-120"/>
              </a:rPr>
              <a:t>TBAD (100)</a:t>
            </a:r>
            <a:endParaRPr lang="en-US" sz="1100" b="1" dirty="0"/>
          </a:p>
        </p:txBody>
      </p:sp>
      <p:cxnSp>
        <p:nvCxnSpPr>
          <p:cNvPr id="53" name="Straight Arrow Connector 52">
            <a:extLst>
              <a:ext uri="{FF2B5EF4-FFF2-40B4-BE49-F238E27FC236}">
                <a16:creationId xmlns:a16="http://schemas.microsoft.com/office/drawing/2014/main" id="{F6F71F67-FB20-4429-999F-0CB6AE2F2148}"/>
              </a:ext>
            </a:extLst>
          </p:cNvPr>
          <p:cNvCxnSpPr/>
          <p:nvPr/>
        </p:nvCxnSpPr>
        <p:spPr>
          <a:xfrm>
            <a:off x="1443789" y="5855780"/>
            <a:ext cx="2440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9C18B5F-C7FF-44B1-B121-4A7FE0EE98C5}"/>
              </a:ext>
            </a:extLst>
          </p:cNvPr>
          <p:cNvCxnSpPr/>
          <p:nvPr/>
        </p:nvCxnSpPr>
        <p:spPr>
          <a:xfrm>
            <a:off x="2899610" y="5855780"/>
            <a:ext cx="2440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14B269A-F80D-462A-941E-367389B32603}"/>
              </a:ext>
            </a:extLst>
          </p:cNvPr>
          <p:cNvCxnSpPr/>
          <p:nvPr/>
        </p:nvCxnSpPr>
        <p:spPr>
          <a:xfrm>
            <a:off x="4539916" y="5868064"/>
            <a:ext cx="2440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5D2C032-9B30-46F9-994D-928E2867DA92}"/>
              </a:ext>
            </a:extLst>
          </p:cNvPr>
          <p:cNvCxnSpPr/>
          <p:nvPr/>
        </p:nvCxnSpPr>
        <p:spPr>
          <a:xfrm>
            <a:off x="6491037" y="5888117"/>
            <a:ext cx="2440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8FF8432-BFC8-4FE0-ADE8-3E3580D1336C}"/>
              </a:ext>
            </a:extLst>
          </p:cNvPr>
          <p:cNvCxnSpPr/>
          <p:nvPr/>
        </p:nvCxnSpPr>
        <p:spPr>
          <a:xfrm>
            <a:off x="8891337" y="5888117"/>
            <a:ext cx="2440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Shape 30">
            <a:extLst>
              <a:ext uri="{FF2B5EF4-FFF2-40B4-BE49-F238E27FC236}">
                <a16:creationId xmlns:a16="http://schemas.microsoft.com/office/drawing/2014/main" id="{33F193DF-118B-4F46-B7E4-EC043EEBE3E7}"/>
              </a:ext>
            </a:extLst>
          </p:cNvPr>
          <p:cNvSpPr/>
          <p:nvPr/>
        </p:nvSpPr>
        <p:spPr>
          <a:xfrm>
            <a:off x="426720" y="4259792"/>
            <a:ext cx="2615184" cy="868680"/>
          </a:xfrm>
          <a:prstGeom prst="rect">
            <a:avLst/>
          </a:prstGeom>
          <a:solidFill>
            <a:srgbClr val="F0F0F0"/>
          </a:solidFill>
          <a:ln/>
        </p:spPr>
      </p:sp>
      <p:sp>
        <p:nvSpPr>
          <p:cNvPr id="68" name="Text 31">
            <a:extLst>
              <a:ext uri="{FF2B5EF4-FFF2-40B4-BE49-F238E27FC236}">
                <a16:creationId xmlns:a16="http://schemas.microsoft.com/office/drawing/2014/main" id="{295F75E6-84E7-4BEB-B08C-60755C8119A8}"/>
              </a:ext>
            </a:extLst>
          </p:cNvPr>
          <p:cNvSpPr txBox="1"/>
          <p:nvPr/>
        </p:nvSpPr>
        <p:spPr>
          <a:xfrm>
            <a:off x="563880" y="4351232"/>
            <a:ext cx="2340864" cy="384048"/>
          </a:xfrm>
          <a:prstGeom prst="rect">
            <a:avLst/>
          </a:prstGeom>
          <a:noFill/>
          <a:ln/>
        </p:spPr>
        <p:txBody>
          <a:bodyPr wrap="square" lIns="0" tIns="0" rIns="0" bIns="0" rtlCol="0" anchor="ctr"/>
          <a:lstStyle/>
          <a:p>
            <a:pPr marL="0" indent="0" algn="ctr">
              <a:buNone/>
            </a:pPr>
            <a:r>
              <a:rPr lang="en-US" sz="1900" b="1" dirty="0">
                <a:solidFill>
                  <a:srgbClr val="000000"/>
                </a:solidFill>
                <a:latin typeface="Arial" pitchFamily="34" charset="0"/>
                <a:ea typeface="Arial" pitchFamily="34" charset="-122"/>
                <a:cs typeface="Arial" pitchFamily="34" charset="-120"/>
              </a:rPr>
              <a:t>357</a:t>
            </a:r>
            <a:endParaRPr lang="en-US" sz="1900" dirty="0"/>
          </a:p>
        </p:txBody>
      </p:sp>
      <p:sp>
        <p:nvSpPr>
          <p:cNvPr id="69" name="Text 32">
            <a:extLst>
              <a:ext uri="{FF2B5EF4-FFF2-40B4-BE49-F238E27FC236}">
                <a16:creationId xmlns:a16="http://schemas.microsoft.com/office/drawing/2014/main" id="{7284BF09-4557-41C0-879B-F65B0B71C9F1}"/>
              </a:ext>
            </a:extLst>
          </p:cNvPr>
          <p:cNvSpPr txBox="1"/>
          <p:nvPr/>
        </p:nvSpPr>
        <p:spPr>
          <a:xfrm>
            <a:off x="563880" y="4744424"/>
            <a:ext cx="2340864" cy="274320"/>
          </a:xfrm>
          <a:prstGeom prst="rect">
            <a:avLst/>
          </a:prstGeom>
          <a:noFill/>
          <a:ln/>
        </p:spPr>
        <p:txBody>
          <a:bodyPr wrap="square" lIns="0" tIns="0" rIns="0" bIns="0" rtlCol="0" anchor="ctr"/>
          <a:lstStyle/>
          <a:p>
            <a:pPr marL="0" indent="0" algn="ctr">
              <a:buNone/>
            </a:pPr>
            <a:r>
              <a:rPr lang="en-US" sz="1100" dirty="0">
                <a:latin typeface="Arial" pitchFamily="34" charset="0"/>
                <a:ea typeface="Arial" pitchFamily="34" charset="-122"/>
                <a:cs typeface="Arial" pitchFamily="34" charset="-120"/>
              </a:rPr>
              <a:t>CTA cases</a:t>
            </a:r>
            <a:endParaRPr lang="en-US" sz="1100" dirty="0"/>
          </a:p>
        </p:txBody>
      </p:sp>
      <p:sp>
        <p:nvSpPr>
          <p:cNvPr id="70" name="Shape 33">
            <a:extLst>
              <a:ext uri="{FF2B5EF4-FFF2-40B4-BE49-F238E27FC236}">
                <a16:creationId xmlns:a16="http://schemas.microsoft.com/office/drawing/2014/main" id="{97F1F26A-298E-47CE-8EAE-A9AC06E98384}"/>
              </a:ext>
            </a:extLst>
          </p:cNvPr>
          <p:cNvSpPr/>
          <p:nvPr/>
        </p:nvSpPr>
        <p:spPr>
          <a:xfrm>
            <a:off x="3680412" y="4259792"/>
            <a:ext cx="2615184" cy="868680"/>
          </a:xfrm>
          <a:prstGeom prst="rect">
            <a:avLst/>
          </a:prstGeom>
          <a:solidFill>
            <a:srgbClr val="F0F0F0"/>
          </a:solidFill>
          <a:ln/>
        </p:spPr>
      </p:sp>
      <p:sp>
        <p:nvSpPr>
          <p:cNvPr id="71" name="Text 34">
            <a:extLst>
              <a:ext uri="{FF2B5EF4-FFF2-40B4-BE49-F238E27FC236}">
                <a16:creationId xmlns:a16="http://schemas.microsoft.com/office/drawing/2014/main" id="{05E8475E-D407-4F15-8129-3328ABE98B4F}"/>
              </a:ext>
            </a:extLst>
          </p:cNvPr>
          <p:cNvSpPr txBox="1"/>
          <p:nvPr/>
        </p:nvSpPr>
        <p:spPr>
          <a:xfrm>
            <a:off x="3817572" y="4351232"/>
            <a:ext cx="2340864" cy="384048"/>
          </a:xfrm>
          <a:prstGeom prst="rect">
            <a:avLst/>
          </a:prstGeom>
          <a:noFill/>
          <a:ln/>
        </p:spPr>
        <p:txBody>
          <a:bodyPr wrap="square" lIns="0" tIns="0" rIns="0" bIns="0" rtlCol="0" anchor="ctr"/>
          <a:lstStyle/>
          <a:p>
            <a:pPr marL="0" indent="0" algn="ctr">
              <a:buNone/>
            </a:pPr>
            <a:r>
              <a:rPr lang="en-US" sz="1900" b="1" dirty="0">
                <a:solidFill>
                  <a:srgbClr val="000000"/>
                </a:solidFill>
                <a:latin typeface="Arial" pitchFamily="34" charset="0"/>
                <a:ea typeface="Arial" pitchFamily="34" charset="-122"/>
                <a:cs typeface="Arial" pitchFamily="34" charset="-120"/>
              </a:rPr>
              <a:t>214 / 71 / 72</a:t>
            </a:r>
            <a:endParaRPr lang="en-US" sz="1900" dirty="0"/>
          </a:p>
        </p:txBody>
      </p:sp>
      <p:sp>
        <p:nvSpPr>
          <p:cNvPr id="72" name="Text 35">
            <a:extLst>
              <a:ext uri="{FF2B5EF4-FFF2-40B4-BE49-F238E27FC236}">
                <a16:creationId xmlns:a16="http://schemas.microsoft.com/office/drawing/2014/main" id="{0C3A7350-8111-41F5-94B1-EC42B94BA810}"/>
              </a:ext>
            </a:extLst>
          </p:cNvPr>
          <p:cNvSpPr txBox="1"/>
          <p:nvPr/>
        </p:nvSpPr>
        <p:spPr>
          <a:xfrm>
            <a:off x="3817572" y="4744424"/>
            <a:ext cx="2340864" cy="274320"/>
          </a:xfrm>
          <a:prstGeom prst="rect">
            <a:avLst/>
          </a:prstGeom>
          <a:noFill/>
          <a:ln/>
        </p:spPr>
        <p:txBody>
          <a:bodyPr wrap="square" lIns="0" tIns="0" rIns="0" bIns="0" rtlCol="0" anchor="ctr"/>
          <a:lstStyle/>
          <a:p>
            <a:pPr marL="0" indent="0" algn="ctr">
              <a:buNone/>
            </a:pPr>
            <a:r>
              <a:rPr lang="en-US" sz="1100" dirty="0">
                <a:latin typeface="Arial" pitchFamily="34" charset="0"/>
                <a:ea typeface="Arial" pitchFamily="34" charset="-122"/>
                <a:cs typeface="Arial" pitchFamily="34" charset="-120"/>
              </a:rPr>
              <a:t>train / val / test</a:t>
            </a:r>
            <a:endParaRPr lang="en-US" sz="1100" dirty="0"/>
          </a:p>
        </p:txBody>
      </p:sp>
      <p:pic>
        <p:nvPicPr>
          <p:cNvPr id="3080" name="Picture 8" descr="NIHR Barts Biomedical Research Centre award (2022-2027) - The William  Harvey Research Institute - Faculty of Medicine and Dentistry">
            <a:extLst>
              <a:ext uri="{FF2B5EF4-FFF2-40B4-BE49-F238E27FC236}">
                <a16:creationId xmlns:a16="http://schemas.microsoft.com/office/drawing/2014/main" id="{A52007DD-1042-4EA8-B22B-A2EB8EB6D762}"/>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6854" t="19636" r="54599" b="28977"/>
          <a:stretch/>
        </p:blipFill>
        <p:spPr bwMode="auto">
          <a:xfrm>
            <a:off x="495836" y="5519979"/>
            <a:ext cx="894114" cy="682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31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136E06AD-D3B1-4431-B80A-C8F89D7054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84CF52EC-D428-4D1F-ACA5-1CD94D18D752}"/>
              </a:ext>
            </a:extLst>
          </p:cNvPr>
          <p:cNvSpPr txBox="1"/>
          <p:nvPr/>
        </p:nvSpPr>
        <p:spPr>
          <a:xfrm>
            <a:off x="533946" y="140197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ea typeface="Arial" pitchFamily="34" charset="-122"/>
                <a:cs typeface="Arial" pitchFamily="34" charset="-120"/>
              </a:rPr>
              <a:t>What are the Main Outcomes?</a:t>
            </a:r>
            <a:endParaRPr lang="en-US" sz="3600" dirty="0"/>
          </a:p>
        </p:txBody>
      </p:sp>
      <p:pic>
        <p:nvPicPr>
          <p:cNvPr id="16" name="Picture 15">
            <a:extLst>
              <a:ext uri="{FF2B5EF4-FFF2-40B4-BE49-F238E27FC236}">
                <a16:creationId xmlns:a16="http://schemas.microsoft.com/office/drawing/2014/main" id="{BBFF2ADA-338B-455A-9004-93B1B9234F47}"/>
              </a:ext>
            </a:extLst>
          </p:cNvPr>
          <p:cNvPicPr>
            <a:picLocks noChangeAspect="1"/>
          </p:cNvPicPr>
          <p:nvPr/>
        </p:nvPicPr>
        <p:blipFill rotWithShape="1">
          <a:blip r:embed="rId3"/>
          <a:srcRect t="6666" b="758"/>
          <a:stretch/>
        </p:blipFill>
        <p:spPr>
          <a:xfrm>
            <a:off x="457200" y="3940833"/>
            <a:ext cx="5638800" cy="2516954"/>
          </a:xfrm>
          <a:prstGeom prst="rect">
            <a:avLst/>
          </a:prstGeom>
        </p:spPr>
      </p:pic>
      <p:grpSp>
        <p:nvGrpSpPr>
          <p:cNvPr id="24" name="Group 23">
            <a:extLst>
              <a:ext uri="{FF2B5EF4-FFF2-40B4-BE49-F238E27FC236}">
                <a16:creationId xmlns:a16="http://schemas.microsoft.com/office/drawing/2014/main" id="{94C291E8-37AD-4630-8DA4-A9F33A8A1599}"/>
              </a:ext>
            </a:extLst>
          </p:cNvPr>
          <p:cNvGrpSpPr/>
          <p:nvPr/>
        </p:nvGrpSpPr>
        <p:grpSpPr>
          <a:xfrm>
            <a:off x="533946" y="2276301"/>
            <a:ext cx="11049676" cy="1231158"/>
            <a:chOff x="533946" y="2165818"/>
            <a:chExt cx="11049676" cy="1429738"/>
          </a:xfrm>
        </p:grpSpPr>
        <p:sp>
          <p:nvSpPr>
            <p:cNvPr id="4" name="Shape 3">
              <a:extLst>
                <a:ext uri="{FF2B5EF4-FFF2-40B4-BE49-F238E27FC236}">
                  <a16:creationId xmlns:a16="http://schemas.microsoft.com/office/drawing/2014/main" id="{89F5C0D4-E176-40D6-99AC-863E291D359D}"/>
                </a:ext>
              </a:extLst>
            </p:cNvPr>
            <p:cNvSpPr/>
            <p:nvPr/>
          </p:nvSpPr>
          <p:spPr>
            <a:xfrm>
              <a:off x="533946" y="2178236"/>
              <a:ext cx="2615184" cy="1417320"/>
            </a:xfrm>
            <a:prstGeom prst="rect">
              <a:avLst/>
            </a:prstGeom>
            <a:solidFill>
              <a:srgbClr val="F0F0F0"/>
            </a:solidFill>
            <a:ln/>
          </p:spPr>
        </p:sp>
        <p:sp>
          <p:nvSpPr>
            <p:cNvPr id="5" name="Text 4">
              <a:extLst>
                <a:ext uri="{FF2B5EF4-FFF2-40B4-BE49-F238E27FC236}">
                  <a16:creationId xmlns:a16="http://schemas.microsoft.com/office/drawing/2014/main" id="{580E0A25-2423-4A12-B049-42664686EC06}"/>
                </a:ext>
              </a:extLst>
            </p:cNvPr>
            <p:cNvSpPr txBox="1"/>
            <p:nvPr/>
          </p:nvSpPr>
          <p:spPr>
            <a:xfrm>
              <a:off x="643674" y="2324540"/>
              <a:ext cx="2395728" cy="685800"/>
            </a:xfrm>
            <a:prstGeom prst="rect">
              <a:avLst/>
            </a:prstGeom>
            <a:noFill/>
            <a:ln/>
          </p:spPr>
          <p:txBody>
            <a:bodyPr wrap="square" lIns="0" tIns="0" rIns="0" bIns="0" rtlCol="0" anchor="ctr"/>
            <a:lstStyle/>
            <a:p>
              <a:pPr marL="0" indent="0" algn="ctr">
                <a:buNone/>
              </a:pPr>
              <a:r>
                <a:rPr lang="en-US" sz="2800" b="1" dirty="0">
                  <a:solidFill>
                    <a:srgbClr val="000000"/>
                  </a:solidFill>
                  <a:latin typeface="Arial" pitchFamily="34" charset="0"/>
                  <a:ea typeface="Arial" pitchFamily="34" charset="-122"/>
                  <a:cs typeface="Arial" pitchFamily="34" charset="-120"/>
                </a:rPr>
                <a:t>0.804 → 0.868</a:t>
              </a:r>
              <a:endParaRPr lang="en-US" sz="2800" dirty="0"/>
            </a:p>
          </p:txBody>
        </p:sp>
        <p:sp>
          <p:nvSpPr>
            <p:cNvPr id="6" name="Text 5">
              <a:extLst>
                <a:ext uri="{FF2B5EF4-FFF2-40B4-BE49-F238E27FC236}">
                  <a16:creationId xmlns:a16="http://schemas.microsoft.com/office/drawing/2014/main" id="{43F2F911-1368-4743-B9D7-AF99BF650AED}"/>
                </a:ext>
              </a:extLst>
            </p:cNvPr>
            <p:cNvSpPr txBox="1"/>
            <p:nvPr/>
          </p:nvSpPr>
          <p:spPr>
            <a:xfrm>
              <a:off x="643674" y="3019484"/>
              <a:ext cx="2395728" cy="457200"/>
            </a:xfrm>
            <a:prstGeom prst="rect">
              <a:avLst/>
            </a:prstGeom>
            <a:noFill/>
            <a:ln/>
          </p:spPr>
          <p:txBody>
            <a:bodyPr wrap="square" lIns="0" tIns="0" rIns="0" bIns="0" rtlCol="0" anchor="t"/>
            <a:lstStyle/>
            <a:p>
              <a:pPr marL="0" indent="0" algn="ctr">
                <a:buNone/>
              </a:pPr>
              <a:r>
                <a:rPr lang="en-US" sz="1200" dirty="0">
                  <a:latin typeface="Arial" pitchFamily="34" charset="0"/>
                  <a:ea typeface="Arial" pitchFamily="34" charset="-122"/>
                  <a:cs typeface="Arial" pitchFamily="34" charset="-120"/>
                </a:rPr>
                <a:t>Dice, 0 to 10 Corrective Clicks</a:t>
              </a:r>
              <a:endParaRPr lang="en-US" sz="1200" dirty="0"/>
            </a:p>
          </p:txBody>
        </p:sp>
        <p:sp>
          <p:nvSpPr>
            <p:cNvPr id="7" name="Shape 9">
              <a:extLst>
                <a:ext uri="{FF2B5EF4-FFF2-40B4-BE49-F238E27FC236}">
                  <a16:creationId xmlns:a16="http://schemas.microsoft.com/office/drawing/2014/main" id="{6E2B8728-99ED-487A-A5E7-AF5B4A70A5F5}"/>
                </a:ext>
              </a:extLst>
            </p:cNvPr>
            <p:cNvSpPr/>
            <p:nvPr/>
          </p:nvSpPr>
          <p:spPr>
            <a:xfrm>
              <a:off x="3374682" y="2175030"/>
              <a:ext cx="2615184" cy="1417320"/>
            </a:xfrm>
            <a:prstGeom prst="rect">
              <a:avLst/>
            </a:prstGeom>
            <a:solidFill>
              <a:srgbClr val="F0F0F0"/>
            </a:solidFill>
            <a:ln/>
          </p:spPr>
        </p:sp>
        <p:sp>
          <p:nvSpPr>
            <p:cNvPr id="8" name="Text 10">
              <a:extLst>
                <a:ext uri="{FF2B5EF4-FFF2-40B4-BE49-F238E27FC236}">
                  <a16:creationId xmlns:a16="http://schemas.microsoft.com/office/drawing/2014/main" id="{33522D15-2FE1-4CA7-B08A-3D4CCD8D56DD}"/>
                </a:ext>
              </a:extLst>
            </p:cNvPr>
            <p:cNvSpPr txBox="1"/>
            <p:nvPr/>
          </p:nvSpPr>
          <p:spPr>
            <a:xfrm>
              <a:off x="3484410" y="2321334"/>
              <a:ext cx="2395728" cy="685800"/>
            </a:xfrm>
            <a:prstGeom prst="rect">
              <a:avLst/>
            </a:prstGeom>
            <a:noFill/>
            <a:ln/>
          </p:spPr>
          <p:txBody>
            <a:bodyPr wrap="square" lIns="0" tIns="0" rIns="0" bIns="0" rtlCol="0" anchor="ctr"/>
            <a:lstStyle/>
            <a:p>
              <a:pPr marL="0" indent="0" algn="ctr">
                <a:buNone/>
              </a:pPr>
              <a:r>
                <a:rPr lang="en-US" sz="3400" b="1" dirty="0">
                  <a:solidFill>
                    <a:srgbClr val="000000"/>
                  </a:solidFill>
                  <a:latin typeface="Arial" pitchFamily="34" charset="0"/>
                  <a:ea typeface="Arial" pitchFamily="34" charset="-122"/>
                  <a:cs typeface="Arial" pitchFamily="34" charset="-120"/>
                </a:rPr>
                <a:t>r = 0.953</a:t>
              </a:r>
              <a:endParaRPr lang="en-US" sz="3400" dirty="0"/>
            </a:p>
          </p:txBody>
        </p:sp>
        <p:sp>
          <p:nvSpPr>
            <p:cNvPr id="9" name="Text 11">
              <a:extLst>
                <a:ext uri="{FF2B5EF4-FFF2-40B4-BE49-F238E27FC236}">
                  <a16:creationId xmlns:a16="http://schemas.microsoft.com/office/drawing/2014/main" id="{7D293DEE-C865-4A04-AF37-C19AE382A68F}"/>
                </a:ext>
              </a:extLst>
            </p:cNvPr>
            <p:cNvSpPr txBox="1"/>
            <p:nvPr/>
          </p:nvSpPr>
          <p:spPr>
            <a:xfrm>
              <a:off x="3484410" y="3016278"/>
              <a:ext cx="2395728" cy="457200"/>
            </a:xfrm>
            <a:prstGeom prst="rect">
              <a:avLst/>
            </a:prstGeom>
            <a:noFill/>
            <a:ln/>
          </p:spPr>
          <p:txBody>
            <a:bodyPr wrap="square" lIns="0" tIns="0" rIns="0" bIns="0" rtlCol="0" anchor="t"/>
            <a:lstStyle/>
            <a:p>
              <a:pPr marL="0" indent="0" algn="ctr">
                <a:buNone/>
              </a:pPr>
              <a:r>
                <a:rPr lang="en-US" sz="1200" dirty="0">
                  <a:latin typeface="Arial" pitchFamily="34" charset="0"/>
                  <a:ea typeface="Arial" pitchFamily="34" charset="-122"/>
                  <a:cs typeface="Arial" pitchFamily="34" charset="-120"/>
                </a:rPr>
                <a:t>Quality Prediction vs True Dice</a:t>
              </a:r>
              <a:endParaRPr lang="en-US" sz="1200" dirty="0"/>
            </a:p>
          </p:txBody>
        </p:sp>
        <p:sp>
          <p:nvSpPr>
            <p:cNvPr id="10" name="Shape 12">
              <a:extLst>
                <a:ext uri="{FF2B5EF4-FFF2-40B4-BE49-F238E27FC236}">
                  <a16:creationId xmlns:a16="http://schemas.microsoft.com/office/drawing/2014/main" id="{03EE8BA5-7C42-4B0D-8394-C31D6ED6177B}"/>
                </a:ext>
              </a:extLst>
            </p:cNvPr>
            <p:cNvSpPr/>
            <p:nvPr/>
          </p:nvSpPr>
          <p:spPr>
            <a:xfrm>
              <a:off x="6172746" y="2175030"/>
              <a:ext cx="2615184" cy="1417320"/>
            </a:xfrm>
            <a:prstGeom prst="rect">
              <a:avLst/>
            </a:prstGeom>
            <a:solidFill>
              <a:srgbClr val="F0F0F0"/>
            </a:solidFill>
            <a:ln/>
          </p:spPr>
        </p:sp>
        <p:sp>
          <p:nvSpPr>
            <p:cNvPr id="11" name="Text 13">
              <a:extLst>
                <a:ext uri="{FF2B5EF4-FFF2-40B4-BE49-F238E27FC236}">
                  <a16:creationId xmlns:a16="http://schemas.microsoft.com/office/drawing/2014/main" id="{EC2B6FE8-2E40-4436-8158-E0AD62B554F9}"/>
                </a:ext>
              </a:extLst>
            </p:cNvPr>
            <p:cNvSpPr txBox="1"/>
            <p:nvPr/>
          </p:nvSpPr>
          <p:spPr>
            <a:xfrm>
              <a:off x="6353254" y="2252754"/>
              <a:ext cx="2798064" cy="685800"/>
            </a:xfrm>
            <a:prstGeom prst="rect">
              <a:avLst/>
            </a:prstGeom>
            <a:noFill/>
            <a:ln/>
          </p:spPr>
          <p:txBody>
            <a:bodyPr wrap="square" lIns="0" tIns="0" rIns="0" bIns="0" rtlCol="0" anchor="ctr"/>
            <a:lstStyle/>
            <a:p>
              <a:pPr marL="0" indent="0">
                <a:lnSpc>
                  <a:spcPct val="150000"/>
                </a:lnSpc>
                <a:buNone/>
              </a:pPr>
              <a:r>
                <a:rPr lang="en-US" sz="2800" b="1" dirty="0">
                  <a:solidFill>
                    <a:srgbClr val="000000"/>
                  </a:solidFill>
                  <a:latin typeface="Arial" pitchFamily="34" charset="0"/>
                  <a:cs typeface="Arial" pitchFamily="34" charset="-120"/>
                </a:rPr>
                <a:t>MAE = </a:t>
              </a:r>
              <a:r>
                <a:rPr lang="en-US" sz="3400" b="1" dirty="0">
                  <a:solidFill>
                    <a:srgbClr val="000000"/>
                  </a:solidFill>
                  <a:latin typeface="Arial" pitchFamily="34" charset="0"/>
                  <a:cs typeface="Arial" pitchFamily="34" charset="-120"/>
                </a:rPr>
                <a:t>0.039</a:t>
              </a:r>
            </a:p>
          </p:txBody>
        </p:sp>
        <p:sp>
          <p:nvSpPr>
            <p:cNvPr id="12" name="Text 14">
              <a:extLst>
                <a:ext uri="{FF2B5EF4-FFF2-40B4-BE49-F238E27FC236}">
                  <a16:creationId xmlns:a16="http://schemas.microsoft.com/office/drawing/2014/main" id="{47F9B2AA-1A7B-4F0B-8D05-A87FEA675649}"/>
                </a:ext>
              </a:extLst>
            </p:cNvPr>
            <p:cNvSpPr txBox="1"/>
            <p:nvPr/>
          </p:nvSpPr>
          <p:spPr>
            <a:xfrm>
              <a:off x="6282474" y="3016278"/>
              <a:ext cx="2395728" cy="457200"/>
            </a:xfrm>
            <a:prstGeom prst="rect">
              <a:avLst/>
            </a:prstGeom>
            <a:noFill/>
            <a:ln/>
          </p:spPr>
          <p:txBody>
            <a:bodyPr wrap="square" lIns="0" tIns="0" rIns="0" bIns="0" rtlCol="0" anchor="t"/>
            <a:lstStyle/>
            <a:p>
              <a:pPr marL="0" indent="0" algn="ctr">
                <a:buNone/>
              </a:pPr>
              <a:r>
                <a:rPr lang="en-US" sz="1200" dirty="0">
                  <a:latin typeface="Arial" pitchFamily="34" charset="0"/>
                  <a:ea typeface="Arial" pitchFamily="34" charset="-122"/>
                  <a:cs typeface="Arial" pitchFamily="34" charset="-120"/>
                </a:rPr>
                <a:t>Quality Error Prediction</a:t>
              </a:r>
              <a:endParaRPr lang="en-US" sz="1200" dirty="0"/>
            </a:p>
          </p:txBody>
        </p:sp>
        <p:grpSp>
          <p:nvGrpSpPr>
            <p:cNvPr id="17" name="Group 16">
              <a:extLst>
                <a:ext uri="{FF2B5EF4-FFF2-40B4-BE49-F238E27FC236}">
                  <a16:creationId xmlns:a16="http://schemas.microsoft.com/office/drawing/2014/main" id="{1C1AD91D-D0AE-4C35-ACB1-682ADD9D5442}"/>
                </a:ext>
              </a:extLst>
            </p:cNvPr>
            <p:cNvGrpSpPr/>
            <p:nvPr/>
          </p:nvGrpSpPr>
          <p:grpSpPr>
            <a:xfrm>
              <a:off x="8968438" y="2165818"/>
              <a:ext cx="2615184" cy="1417320"/>
              <a:chOff x="9076944" y="1734154"/>
              <a:chExt cx="2615184" cy="1417320"/>
            </a:xfrm>
          </p:grpSpPr>
          <p:sp>
            <p:nvSpPr>
              <p:cNvPr id="18" name="Shape 6">
                <a:extLst>
                  <a:ext uri="{FF2B5EF4-FFF2-40B4-BE49-F238E27FC236}">
                    <a16:creationId xmlns:a16="http://schemas.microsoft.com/office/drawing/2014/main" id="{9B9E7142-C631-424F-924A-1ED3E181378D}"/>
                  </a:ext>
                </a:extLst>
              </p:cNvPr>
              <p:cNvSpPr/>
              <p:nvPr/>
            </p:nvSpPr>
            <p:spPr>
              <a:xfrm>
                <a:off x="9076944" y="1734154"/>
                <a:ext cx="2615184" cy="1417320"/>
              </a:xfrm>
              <a:prstGeom prst="rect">
                <a:avLst/>
              </a:prstGeom>
              <a:solidFill>
                <a:srgbClr val="F0F0F0"/>
              </a:solidFill>
              <a:ln/>
            </p:spPr>
          </p:sp>
          <p:sp>
            <p:nvSpPr>
              <p:cNvPr id="19" name="Text 7">
                <a:extLst>
                  <a:ext uri="{FF2B5EF4-FFF2-40B4-BE49-F238E27FC236}">
                    <a16:creationId xmlns:a16="http://schemas.microsoft.com/office/drawing/2014/main" id="{836BD76F-E910-42C3-AB74-32E3ED7FA82F}"/>
                  </a:ext>
                </a:extLst>
              </p:cNvPr>
              <p:cNvSpPr txBox="1"/>
              <p:nvPr/>
            </p:nvSpPr>
            <p:spPr>
              <a:xfrm>
                <a:off x="9186672" y="1880458"/>
                <a:ext cx="2395728" cy="685800"/>
              </a:xfrm>
              <a:prstGeom prst="rect">
                <a:avLst/>
              </a:prstGeom>
              <a:noFill/>
              <a:ln/>
            </p:spPr>
            <p:txBody>
              <a:bodyPr wrap="square" lIns="0" tIns="0" rIns="0" bIns="0" rtlCol="0" anchor="ctr"/>
              <a:lstStyle/>
              <a:p>
                <a:pPr marL="0" indent="0" algn="ctr">
                  <a:buNone/>
                </a:pPr>
                <a:r>
                  <a:rPr lang="en-US" sz="3400" b="1" dirty="0">
                    <a:solidFill>
                      <a:srgbClr val="000000"/>
                    </a:solidFill>
                    <a:latin typeface="Arial" pitchFamily="34" charset="0"/>
                    <a:ea typeface="Arial" pitchFamily="34" charset="-122"/>
                    <a:cs typeface="Arial" pitchFamily="34" charset="-120"/>
                  </a:rPr>
                  <a:t>1.03</a:t>
                </a:r>
                <a:endParaRPr lang="en-US" sz="3400" dirty="0"/>
              </a:p>
            </p:txBody>
          </p:sp>
          <p:sp>
            <p:nvSpPr>
              <p:cNvPr id="20" name="Text 8">
                <a:extLst>
                  <a:ext uri="{FF2B5EF4-FFF2-40B4-BE49-F238E27FC236}">
                    <a16:creationId xmlns:a16="http://schemas.microsoft.com/office/drawing/2014/main" id="{653CCA41-1C8A-4214-9DD0-FA539A9745A4}"/>
                  </a:ext>
                </a:extLst>
              </p:cNvPr>
              <p:cNvSpPr txBox="1"/>
              <p:nvPr/>
            </p:nvSpPr>
            <p:spPr>
              <a:xfrm>
                <a:off x="9186672" y="2575402"/>
                <a:ext cx="2395728" cy="457200"/>
              </a:xfrm>
              <a:prstGeom prst="rect">
                <a:avLst/>
              </a:prstGeom>
              <a:noFill/>
              <a:ln/>
            </p:spPr>
            <p:txBody>
              <a:bodyPr wrap="square" lIns="0" tIns="0" rIns="0" bIns="0" rtlCol="0" anchor="t"/>
              <a:lstStyle/>
              <a:p>
                <a:pPr marL="0" indent="0" algn="ctr">
                  <a:buNone/>
                </a:pPr>
                <a:r>
                  <a:rPr lang="en-US" sz="1200" dirty="0">
                    <a:latin typeface="Arial" pitchFamily="34" charset="0"/>
                    <a:ea typeface="Arial" pitchFamily="34" charset="-122"/>
                    <a:cs typeface="Arial" pitchFamily="34" charset="-120"/>
                  </a:rPr>
                  <a:t>Mean Clicks Under the Stopping Policy</a:t>
                </a:r>
                <a:endParaRPr lang="en-US" sz="1200" dirty="0"/>
              </a:p>
            </p:txBody>
          </p:sp>
        </p:grpSp>
      </p:grpSp>
      <p:graphicFrame>
        <p:nvGraphicFramePr>
          <p:cNvPr id="23" name="Chart 0">
            <a:extLst>
              <a:ext uri="{FF2B5EF4-FFF2-40B4-BE49-F238E27FC236}">
                <a16:creationId xmlns:a16="http://schemas.microsoft.com/office/drawing/2014/main" id="{0034B62D-BCC8-47C7-8E03-D873B6C94D1B}"/>
              </a:ext>
            </a:extLst>
          </p:cNvPr>
          <p:cNvGraphicFramePr/>
          <p:nvPr>
            <p:extLst>
              <p:ext uri="{D42A27DB-BD31-4B8C-83A1-F6EECF244321}">
                <p14:modId xmlns:p14="http://schemas.microsoft.com/office/powerpoint/2010/main" val="1871118200"/>
              </p:ext>
            </p:extLst>
          </p:nvPr>
        </p:nvGraphicFramePr>
        <p:xfrm>
          <a:off x="6282474" y="3940833"/>
          <a:ext cx="5359797" cy="266932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55294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911AE5C3-3FF3-4276-9F4C-7F44326477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99B2DAFE-C3DE-4AD5-8FB0-64E75DC17003}"/>
              </a:ext>
            </a:extLst>
          </p:cNvPr>
          <p:cNvSpPr txBox="1"/>
          <p:nvPr/>
        </p:nvSpPr>
        <p:spPr>
          <a:xfrm>
            <a:off x="533946" y="140197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Research Journey</a:t>
            </a:r>
            <a:endParaRPr lang="en-US" sz="3600" dirty="0"/>
          </a:p>
        </p:txBody>
      </p:sp>
      <p:sp>
        <p:nvSpPr>
          <p:cNvPr id="4" name="Shape 3">
            <a:extLst>
              <a:ext uri="{FF2B5EF4-FFF2-40B4-BE49-F238E27FC236}">
                <a16:creationId xmlns:a16="http://schemas.microsoft.com/office/drawing/2014/main" id="{E2A4DC04-B151-482E-BD61-F5BB368F41CD}"/>
              </a:ext>
            </a:extLst>
          </p:cNvPr>
          <p:cNvSpPr/>
          <p:nvPr/>
        </p:nvSpPr>
        <p:spPr>
          <a:xfrm>
            <a:off x="533946" y="2342228"/>
            <a:ext cx="365760" cy="365760"/>
          </a:xfrm>
          <a:prstGeom prst="rect">
            <a:avLst/>
          </a:prstGeom>
          <a:solidFill>
            <a:srgbClr val="000000"/>
          </a:solidFill>
          <a:ln/>
        </p:spPr>
      </p:sp>
      <p:sp>
        <p:nvSpPr>
          <p:cNvPr id="5" name="Text 4">
            <a:extLst>
              <a:ext uri="{FF2B5EF4-FFF2-40B4-BE49-F238E27FC236}">
                <a16:creationId xmlns:a16="http://schemas.microsoft.com/office/drawing/2014/main" id="{26B5E317-B7EE-409B-9842-DC3B03EB9AEA}"/>
              </a:ext>
            </a:extLst>
          </p:cNvPr>
          <p:cNvSpPr txBox="1"/>
          <p:nvPr/>
        </p:nvSpPr>
        <p:spPr>
          <a:xfrm>
            <a:off x="533946" y="234222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sp>
        <p:nvSpPr>
          <p:cNvPr id="6" name="Text 5">
            <a:extLst>
              <a:ext uri="{FF2B5EF4-FFF2-40B4-BE49-F238E27FC236}">
                <a16:creationId xmlns:a16="http://schemas.microsoft.com/office/drawing/2014/main" id="{C1DD964B-C5DD-4C94-A6DE-43F9F3598E95}"/>
              </a:ext>
            </a:extLst>
          </p:cNvPr>
          <p:cNvSpPr txBox="1"/>
          <p:nvPr/>
        </p:nvSpPr>
        <p:spPr>
          <a:xfrm>
            <a:off x="1100874" y="2365828"/>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ea typeface="Arial" pitchFamily="34" charset="-122"/>
                <a:cs typeface="Arial" pitchFamily="34" charset="-120"/>
              </a:rPr>
              <a:t>Investigated</a:t>
            </a:r>
            <a:r>
              <a:rPr lang="en-US" sz="1600" dirty="0">
                <a:solidFill>
                  <a:srgbClr val="000000"/>
                </a:solidFill>
                <a:latin typeface="Arial" pitchFamily="34" charset="0"/>
                <a:ea typeface="Arial" pitchFamily="34" charset="-122"/>
                <a:cs typeface="Arial" pitchFamily="34" charset="-120"/>
              </a:rPr>
              <a:t> unexpected failures</a:t>
            </a:r>
            <a:endParaRPr lang="en-US" sz="1600" dirty="0"/>
          </a:p>
        </p:txBody>
      </p:sp>
      <p:grpSp>
        <p:nvGrpSpPr>
          <p:cNvPr id="8" name="Group 7">
            <a:extLst>
              <a:ext uri="{FF2B5EF4-FFF2-40B4-BE49-F238E27FC236}">
                <a16:creationId xmlns:a16="http://schemas.microsoft.com/office/drawing/2014/main" id="{B1E0B9D2-D2AB-4B7F-B2D6-76055132EDCE}"/>
              </a:ext>
            </a:extLst>
          </p:cNvPr>
          <p:cNvGrpSpPr/>
          <p:nvPr/>
        </p:nvGrpSpPr>
        <p:grpSpPr>
          <a:xfrm>
            <a:off x="533946" y="3185955"/>
            <a:ext cx="6586382" cy="366770"/>
            <a:chOff x="430011" y="3510665"/>
            <a:chExt cx="6586382" cy="366770"/>
          </a:xfrm>
        </p:grpSpPr>
        <p:grpSp>
          <p:nvGrpSpPr>
            <p:cNvPr id="9" name="Group 8">
              <a:extLst>
                <a:ext uri="{FF2B5EF4-FFF2-40B4-BE49-F238E27FC236}">
                  <a16:creationId xmlns:a16="http://schemas.microsoft.com/office/drawing/2014/main" id="{ACE91546-094A-418A-AFAD-B321529AD188}"/>
                </a:ext>
              </a:extLst>
            </p:cNvPr>
            <p:cNvGrpSpPr/>
            <p:nvPr/>
          </p:nvGrpSpPr>
          <p:grpSpPr>
            <a:xfrm>
              <a:off x="430011" y="3510665"/>
              <a:ext cx="365760" cy="366770"/>
              <a:chOff x="640080" y="2606040"/>
              <a:chExt cx="365760" cy="366770"/>
            </a:xfrm>
          </p:grpSpPr>
          <p:sp>
            <p:nvSpPr>
              <p:cNvPr id="12" name="Shape 7">
                <a:extLst>
                  <a:ext uri="{FF2B5EF4-FFF2-40B4-BE49-F238E27FC236}">
                    <a16:creationId xmlns:a16="http://schemas.microsoft.com/office/drawing/2014/main" id="{9CBF0F7C-D667-4175-8942-80F6E8A44FA6}"/>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13" name="Text 8">
                <a:extLst>
                  <a:ext uri="{FF2B5EF4-FFF2-40B4-BE49-F238E27FC236}">
                    <a16:creationId xmlns:a16="http://schemas.microsoft.com/office/drawing/2014/main" id="{0D2370A5-4951-4B2A-A0D4-431922ACAA62}"/>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grpSp>
        <p:sp>
          <p:nvSpPr>
            <p:cNvPr id="10" name="Text 9">
              <a:extLst>
                <a:ext uri="{FF2B5EF4-FFF2-40B4-BE49-F238E27FC236}">
                  <a16:creationId xmlns:a16="http://schemas.microsoft.com/office/drawing/2014/main" id="{81E494CF-45A9-4C86-97E1-429E297FAD01}"/>
                </a:ext>
              </a:extLst>
            </p:cNvPr>
            <p:cNvSpPr txBox="1"/>
            <p:nvPr/>
          </p:nvSpPr>
          <p:spPr>
            <a:xfrm>
              <a:off x="996939" y="3511675"/>
              <a:ext cx="6019454" cy="328679"/>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Traced problems to their root causes</a:t>
              </a:r>
            </a:p>
          </p:txBody>
        </p:sp>
      </p:grpSp>
      <p:grpSp>
        <p:nvGrpSpPr>
          <p:cNvPr id="14" name="Group 13">
            <a:extLst>
              <a:ext uri="{FF2B5EF4-FFF2-40B4-BE49-F238E27FC236}">
                <a16:creationId xmlns:a16="http://schemas.microsoft.com/office/drawing/2014/main" id="{F106E70A-68A2-488D-B426-F95D2BF40D2D}"/>
              </a:ext>
            </a:extLst>
          </p:cNvPr>
          <p:cNvGrpSpPr/>
          <p:nvPr/>
        </p:nvGrpSpPr>
        <p:grpSpPr>
          <a:xfrm>
            <a:off x="533946" y="4074778"/>
            <a:ext cx="5669280" cy="366770"/>
            <a:chOff x="430011" y="3510665"/>
            <a:chExt cx="5669280" cy="366770"/>
          </a:xfrm>
        </p:grpSpPr>
        <p:grpSp>
          <p:nvGrpSpPr>
            <p:cNvPr id="15" name="Group 14">
              <a:extLst>
                <a:ext uri="{FF2B5EF4-FFF2-40B4-BE49-F238E27FC236}">
                  <a16:creationId xmlns:a16="http://schemas.microsoft.com/office/drawing/2014/main" id="{02921645-13E7-4A9D-8959-AE686081A716}"/>
                </a:ext>
              </a:extLst>
            </p:cNvPr>
            <p:cNvGrpSpPr/>
            <p:nvPr/>
          </p:nvGrpSpPr>
          <p:grpSpPr>
            <a:xfrm>
              <a:off x="430011" y="3510665"/>
              <a:ext cx="365760" cy="366770"/>
              <a:chOff x="640080" y="2606040"/>
              <a:chExt cx="365760" cy="366770"/>
            </a:xfrm>
          </p:grpSpPr>
          <p:sp>
            <p:nvSpPr>
              <p:cNvPr id="18" name="Shape 7">
                <a:extLst>
                  <a:ext uri="{FF2B5EF4-FFF2-40B4-BE49-F238E27FC236}">
                    <a16:creationId xmlns:a16="http://schemas.microsoft.com/office/drawing/2014/main" id="{9DE2F0AD-8755-46DC-BA68-F9EB56CB1777}"/>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19" name="Text 8">
                <a:extLst>
                  <a:ext uri="{FF2B5EF4-FFF2-40B4-BE49-F238E27FC236}">
                    <a16:creationId xmlns:a16="http://schemas.microsoft.com/office/drawing/2014/main" id="{098EC7BF-C2D9-42B4-B21C-D1375B9A3F75}"/>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03</a:t>
                </a:r>
                <a:endParaRPr lang="en-US" sz="1500" dirty="0"/>
              </a:p>
            </p:txBody>
          </p:sp>
        </p:grpSp>
        <p:sp>
          <p:nvSpPr>
            <p:cNvPr id="16" name="Text 9">
              <a:extLst>
                <a:ext uri="{FF2B5EF4-FFF2-40B4-BE49-F238E27FC236}">
                  <a16:creationId xmlns:a16="http://schemas.microsoft.com/office/drawing/2014/main" id="{391A2600-2A81-487B-9B54-726F47226614}"/>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Redesigned the quality predictor </a:t>
              </a:r>
            </a:p>
          </p:txBody>
        </p:sp>
      </p:grpSp>
      <p:grpSp>
        <p:nvGrpSpPr>
          <p:cNvPr id="20" name="Group 19">
            <a:extLst>
              <a:ext uri="{FF2B5EF4-FFF2-40B4-BE49-F238E27FC236}">
                <a16:creationId xmlns:a16="http://schemas.microsoft.com/office/drawing/2014/main" id="{6049A837-3710-4D19-A3FD-28199C5643CC}"/>
              </a:ext>
            </a:extLst>
          </p:cNvPr>
          <p:cNvGrpSpPr/>
          <p:nvPr/>
        </p:nvGrpSpPr>
        <p:grpSpPr>
          <a:xfrm>
            <a:off x="533946" y="4935503"/>
            <a:ext cx="5669280" cy="366770"/>
            <a:chOff x="430011" y="3510665"/>
            <a:chExt cx="5669280" cy="366770"/>
          </a:xfrm>
        </p:grpSpPr>
        <p:grpSp>
          <p:nvGrpSpPr>
            <p:cNvPr id="21" name="Group 20">
              <a:extLst>
                <a:ext uri="{FF2B5EF4-FFF2-40B4-BE49-F238E27FC236}">
                  <a16:creationId xmlns:a16="http://schemas.microsoft.com/office/drawing/2014/main" id="{8F1FC135-7E51-47D3-B570-58507B2827F4}"/>
                </a:ext>
              </a:extLst>
            </p:cNvPr>
            <p:cNvGrpSpPr/>
            <p:nvPr/>
          </p:nvGrpSpPr>
          <p:grpSpPr>
            <a:xfrm>
              <a:off x="430011" y="3510665"/>
              <a:ext cx="365760" cy="366770"/>
              <a:chOff x="640080" y="2606040"/>
              <a:chExt cx="365760" cy="366770"/>
            </a:xfrm>
          </p:grpSpPr>
          <p:sp>
            <p:nvSpPr>
              <p:cNvPr id="24" name="Shape 7">
                <a:extLst>
                  <a:ext uri="{FF2B5EF4-FFF2-40B4-BE49-F238E27FC236}">
                    <a16:creationId xmlns:a16="http://schemas.microsoft.com/office/drawing/2014/main" id="{0C8D6231-DA2C-4C4D-9071-E4B4718B0EA8}"/>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25" name="Text 8">
                <a:extLst>
                  <a:ext uri="{FF2B5EF4-FFF2-40B4-BE49-F238E27FC236}">
                    <a16:creationId xmlns:a16="http://schemas.microsoft.com/office/drawing/2014/main" id="{3202A46D-5D48-40BF-871D-E65A7FECFFD3}"/>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04</a:t>
                </a:r>
                <a:endParaRPr lang="en-US" sz="1500" dirty="0"/>
              </a:p>
            </p:txBody>
          </p:sp>
        </p:grpSp>
        <p:sp>
          <p:nvSpPr>
            <p:cNvPr id="22" name="Text 9">
              <a:extLst>
                <a:ext uri="{FF2B5EF4-FFF2-40B4-BE49-F238E27FC236}">
                  <a16:creationId xmlns:a16="http://schemas.microsoft.com/office/drawing/2014/main" id="{835AFE2E-8908-4EF8-BABB-2501CC7F6712}"/>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Strengthened the system through experiments</a:t>
              </a:r>
            </a:p>
          </p:txBody>
        </p:sp>
      </p:grpSp>
      <p:grpSp>
        <p:nvGrpSpPr>
          <p:cNvPr id="26" name="Group 25">
            <a:extLst>
              <a:ext uri="{FF2B5EF4-FFF2-40B4-BE49-F238E27FC236}">
                <a16:creationId xmlns:a16="http://schemas.microsoft.com/office/drawing/2014/main" id="{53A289DA-A902-4C6A-B419-471775EBA0A9}"/>
              </a:ext>
            </a:extLst>
          </p:cNvPr>
          <p:cNvGrpSpPr/>
          <p:nvPr/>
        </p:nvGrpSpPr>
        <p:grpSpPr>
          <a:xfrm>
            <a:off x="533946" y="5799259"/>
            <a:ext cx="5669280" cy="366770"/>
            <a:chOff x="430011" y="3510665"/>
            <a:chExt cx="5669280" cy="366770"/>
          </a:xfrm>
        </p:grpSpPr>
        <p:grpSp>
          <p:nvGrpSpPr>
            <p:cNvPr id="27" name="Group 26">
              <a:extLst>
                <a:ext uri="{FF2B5EF4-FFF2-40B4-BE49-F238E27FC236}">
                  <a16:creationId xmlns:a16="http://schemas.microsoft.com/office/drawing/2014/main" id="{CE6FF595-2E97-4D8B-89E6-7B3BC33E3080}"/>
                </a:ext>
              </a:extLst>
            </p:cNvPr>
            <p:cNvGrpSpPr/>
            <p:nvPr/>
          </p:nvGrpSpPr>
          <p:grpSpPr>
            <a:xfrm>
              <a:off x="430011" y="3510665"/>
              <a:ext cx="365760" cy="366770"/>
              <a:chOff x="640080" y="2606040"/>
              <a:chExt cx="365760" cy="366770"/>
            </a:xfrm>
          </p:grpSpPr>
          <p:sp>
            <p:nvSpPr>
              <p:cNvPr id="29" name="Shape 7">
                <a:extLst>
                  <a:ext uri="{FF2B5EF4-FFF2-40B4-BE49-F238E27FC236}">
                    <a16:creationId xmlns:a16="http://schemas.microsoft.com/office/drawing/2014/main" id="{4E2782D8-5771-45A6-9DDA-B27FD1A4F325}"/>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30" name="Text 8">
                <a:extLst>
                  <a:ext uri="{FF2B5EF4-FFF2-40B4-BE49-F238E27FC236}">
                    <a16:creationId xmlns:a16="http://schemas.microsoft.com/office/drawing/2014/main" id="{CB959352-BB7E-4CA8-BDDC-429E55D2051F}"/>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05</a:t>
                </a:r>
                <a:endParaRPr lang="en-US" sz="1500" dirty="0"/>
              </a:p>
            </p:txBody>
          </p:sp>
        </p:grpSp>
        <p:sp>
          <p:nvSpPr>
            <p:cNvPr id="28" name="Text 9">
              <a:extLst>
                <a:ext uri="{FF2B5EF4-FFF2-40B4-BE49-F238E27FC236}">
                  <a16:creationId xmlns:a16="http://schemas.microsoft.com/office/drawing/2014/main" id="{B3890636-CE35-416F-807A-319482BE6B4D}"/>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dirty="0">
                  <a:solidFill>
                    <a:srgbClr val="000000"/>
                  </a:solidFill>
                  <a:latin typeface="Arial" pitchFamily="34" charset="0"/>
                  <a:cs typeface="Arial" pitchFamily="34" charset="-120"/>
                </a:rPr>
                <a:t>Developed an interactive </a:t>
              </a:r>
              <a:r>
                <a:rPr lang="en-US" dirty="0" err="1">
                  <a:solidFill>
                    <a:srgbClr val="000000"/>
                  </a:solidFill>
                  <a:latin typeface="Arial" pitchFamily="34" charset="0"/>
                  <a:cs typeface="Arial" pitchFamily="34" charset="-120"/>
                </a:rPr>
                <a:t>Streamlit</a:t>
              </a:r>
              <a:r>
                <a:rPr lang="en-US" dirty="0">
                  <a:solidFill>
                    <a:srgbClr val="000000"/>
                  </a:solidFill>
                  <a:latin typeface="Arial" pitchFamily="34" charset="0"/>
                  <a:cs typeface="Arial" pitchFamily="34" charset="-120"/>
                </a:rPr>
                <a:t> interface</a:t>
              </a:r>
            </a:p>
          </p:txBody>
        </p:sp>
      </p:grpSp>
      <p:grpSp>
        <p:nvGrpSpPr>
          <p:cNvPr id="35" name="Group 34">
            <a:extLst>
              <a:ext uri="{FF2B5EF4-FFF2-40B4-BE49-F238E27FC236}">
                <a16:creationId xmlns:a16="http://schemas.microsoft.com/office/drawing/2014/main" id="{8999E2B8-68C1-4F0E-AF08-0DC0164AABE7}"/>
              </a:ext>
            </a:extLst>
          </p:cNvPr>
          <p:cNvGrpSpPr/>
          <p:nvPr/>
        </p:nvGrpSpPr>
        <p:grpSpPr>
          <a:xfrm>
            <a:off x="6096000" y="2342228"/>
            <a:ext cx="6019454" cy="3984931"/>
            <a:chOff x="6096000" y="2144017"/>
            <a:chExt cx="5895556" cy="3655888"/>
          </a:xfrm>
        </p:grpSpPr>
        <p:pic>
          <p:nvPicPr>
            <p:cNvPr id="32" name="Picture 31">
              <a:extLst>
                <a:ext uri="{FF2B5EF4-FFF2-40B4-BE49-F238E27FC236}">
                  <a16:creationId xmlns:a16="http://schemas.microsoft.com/office/drawing/2014/main" id="{95AD4749-D84B-4B15-BF01-0BF81651F782}"/>
                </a:ext>
              </a:extLst>
            </p:cNvPr>
            <p:cNvPicPr>
              <a:picLocks noChangeAspect="1"/>
            </p:cNvPicPr>
            <p:nvPr/>
          </p:nvPicPr>
          <p:blipFill>
            <a:blip r:embed="rId3"/>
            <a:stretch>
              <a:fillRect/>
            </a:stretch>
          </p:blipFill>
          <p:spPr>
            <a:xfrm>
              <a:off x="6096000" y="2144017"/>
              <a:ext cx="5895556" cy="1828800"/>
            </a:xfrm>
            <a:prstGeom prst="rect">
              <a:avLst/>
            </a:prstGeom>
          </p:spPr>
        </p:pic>
        <p:pic>
          <p:nvPicPr>
            <p:cNvPr id="34" name="Picture 33">
              <a:extLst>
                <a:ext uri="{FF2B5EF4-FFF2-40B4-BE49-F238E27FC236}">
                  <a16:creationId xmlns:a16="http://schemas.microsoft.com/office/drawing/2014/main" id="{8855437C-94A2-4BE4-8323-DB1CE5BA6696}"/>
                </a:ext>
              </a:extLst>
            </p:cNvPr>
            <p:cNvPicPr>
              <a:picLocks noChangeAspect="1"/>
            </p:cNvPicPr>
            <p:nvPr/>
          </p:nvPicPr>
          <p:blipFill>
            <a:blip r:embed="rId4"/>
            <a:stretch>
              <a:fillRect/>
            </a:stretch>
          </p:blipFill>
          <p:spPr>
            <a:xfrm>
              <a:off x="6096001" y="3971105"/>
              <a:ext cx="5511800" cy="1828800"/>
            </a:xfrm>
            <a:prstGeom prst="rect">
              <a:avLst/>
            </a:prstGeom>
          </p:spPr>
        </p:pic>
      </p:grpSp>
    </p:spTree>
    <p:extLst>
      <p:ext uri="{BB962C8B-B14F-4D97-AF65-F5344CB8AC3E}">
        <p14:creationId xmlns:p14="http://schemas.microsoft.com/office/powerpoint/2010/main" val="1580464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DC1F6B4B-29D8-4268-AD7B-C1AE9E0069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1920C07B-A488-4941-BC8A-48258A69DA5A}"/>
              </a:ext>
            </a:extLst>
          </p:cNvPr>
          <p:cNvSpPr txBox="1"/>
          <p:nvPr/>
        </p:nvSpPr>
        <p:spPr>
          <a:xfrm>
            <a:off x="533946" y="140197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What Became Beyond The Dissertation?</a:t>
            </a:r>
          </a:p>
        </p:txBody>
      </p:sp>
      <p:pic>
        <p:nvPicPr>
          <p:cNvPr id="7" name="Picture 6">
            <a:extLst>
              <a:ext uri="{FF2B5EF4-FFF2-40B4-BE49-F238E27FC236}">
                <a16:creationId xmlns:a16="http://schemas.microsoft.com/office/drawing/2014/main" id="{2BEF3CC5-65F6-400F-AA79-6722D911D2B5}"/>
              </a:ext>
            </a:extLst>
          </p:cNvPr>
          <p:cNvPicPr>
            <a:picLocks noChangeAspect="1"/>
          </p:cNvPicPr>
          <p:nvPr/>
        </p:nvPicPr>
        <p:blipFill>
          <a:blip r:embed="rId3"/>
          <a:stretch>
            <a:fillRect/>
          </a:stretch>
        </p:blipFill>
        <p:spPr>
          <a:xfrm>
            <a:off x="266372" y="2234544"/>
            <a:ext cx="6365857" cy="4283242"/>
          </a:xfrm>
          <a:prstGeom prst="rect">
            <a:avLst/>
          </a:prstGeom>
        </p:spPr>
      </p:pic>
      <p:sp>
        <p:nvSpPr>
          <p:cNvPr id="17" name="Shape 6">
            <a:extLst>
              <a:ext uri="{FF2B5EF4-FFF2-40B4-BE49-F238E27FC236}">
                <a16:creationId xmlns:a16="http://schemas.microsoft.com/office/drawing/2014/main" id="{A4495F63-9059-4937-8FB2-D229807D3EF2}"/>
              </a:ext>
            </a:extLst>
          </p:cNvPr>
          <p:cNvSpPr/>
          <p:nvPr/>
        </p:nvSpPr>
        <p:spPr>
          <a:xfrm>
            <a:off x="6949440" y="3249307"/>
            <a:ext cx="4617720" cy="792886"/>
          </a:xfrm>
          <a:prstGeom prst="rect">
            <a:avLst/>
          </a:prstGeom>
          <a:solidFill>
            <a:srgbClr val="F0F0F0"/>
          </a:solidFill>
          <a:ln/>
        </p:spPr>
      </p:sp>
      <p:sp>
        <p:nvSpPr>
          <p:cNvPr id="14" name="Text 5">
            <a:extLst>
              <a:ext uri="{FF2B5EF4-FFF2-40B4-BE49-F238E27FC236}">
                <a16:creationId xmlns:a16="http://schemas.microsoft.com/office/drawing/2014/main" id="{208DB02B-BC5B-4EC2-A385-82DC7F975E68}"/>
              </a:ext>
            </a:extLst>
          </p:cNvPr>
          <p:cNvSpPr txBox="1"/>
          <p:nvPr/>
        </p:nvSpPr>
        <p:spPr>
          <a:xfrm>
            <a:off x="8860176" y="3499446"/>
            <a:ext cx="2585305" cy="292608"/>
          </a:xfrm>
          <a:prstGeom prst="rect">
            <a:avLst/>
          </a:prstGeom>
          <a:noFill/>
          <a:ln/>
        </p:spPr>
        <p:txBody>
          <a:bodyPr wrap="square" lIns="0" tIns="0" rIns="0" bIns="0" rtlCol="0" anchor="ctr"/>
          <a:lstStyle/>
          <a:p>
            <a:pPr marL="0" indent="0">
              <a:buNone/>
            </a:pPr>
            <a:r>
              <a:rPr lang="en-US" dirty="0"/>
              <a:t>Full Aortic-Branch segmentation</a:t>
            </a:r>
            <a:endParaRPr lang="en-US" sz="2000" dirty="0"/>
          </a:p>
        </p:txBody>
      </p:sp>
      <p:sp>
        <p:nvSpPr>
          <p:cNvPr id="15" name="Shape 6">
            <a:extLst>
              <a:ext uri="{FF2B5EF4-FFF2-40B4-BE49-F238E27FC236}">
                <a16:creationId xmlns:a16="http://schemas.microsoft.com/office/drawing/2014/main" id="{D8A0C161-85A2-4BD3-89FD-67166F9B26F2}"/>
              </a:ext>
            </a:extLst>
          </p:cNvPr>
          <p:cNvSpPr/>
          <p:nvPr/>
        </p:nvSpPr>
        <p:spPr>
          <a:xfrm>
            <a:off x="6949440" y="2292598"/>
            <a:ext cx="4617720" cy="640080"/>
          </a:xfrm>
          <a:prstGeom prst="rect">
            <a:avLst/>
          </a:prstGeom>
          <a:solidFill>
            <a:srgbClr val="F0F0F0"/>
          </a:solidFill>
          <a:ln/>
        </p:spPr>
      </p:sp>
      <p:grpSp>
        <p:nvGrpSpPr>
          <p:cNvPr id="10" name="Group 9">
            <a:extLst>
              <a:ext uri="{FF2B5EF4-FFF2-40B4-BE49-F238E27FC236}">
                <a16:creationId xmlns:a16="http://schemas.microsoft.com/office/drawing/2014/main" id="{39421E84-5F96-43E4-8B5C-BE92C651DB76}"/>
              </a:ext>
            </a:extLst>
          </p:cNvPr>
          <p:cNvGrpSpPr/>
          <p:nvPr/>
        </p:nvGrpSpPr>
        <p:grpSpPr>
          <a:xfrm>
            <a:off x="7114031" y="2467940"/>
            <a:ext cx="4927106" cy="339416"/>
            <a:chOff x="7141464" y="2919485"/>
            <a:chExt cx="4927106" cy="339416"/>
          </a:xfrm>
        </p:grpSpPr>
        <p:pic>
          <p:nvPicPr>
            <p:cNvPr id="8194" name="Picture 2" descr="MICAD 2026 | Medical Imaging and Computer-Aided Diagnosis Conference">
              <a:extLst>
                <a:ext uri="{FF2B5EF4-FFF2-40B4-BE49-F238E27FC236}">
                  <a16:creationId xmlns:a16="http://schemas.microsoft.com/office/drawing/2014/main" id="{9DBAC3CF-15EE-4DFC-8DD6-A076E508C0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5602" b="28850"/>
            <a:stretch/>
          </p:blipFill>
          <p:spPr bwMode="auto">
            <a:xfrm>
              <a:off x="7141464" y="2932678"/>
              <a:ext cx="1300417" cy="326223"/>
            </a:xfrm>
            <a:prstGeom prst="rect">
              <a:avLst/>
            </a:prstGeom>
            <a:noFill/>
            <a:extLst>
              <a:ext uri="{909E8E84-426E-40DD-AFC4-6F175D3DCCD1}">
                <a14:hiddenFill xmlns:a14="http://schemas.microsoft.com/office/drawing/2010/main">
                  <a:solidFill>
                    <a:srgbClr val="FFFFFF"/>
                  </a:solidFill>
                </a14:hiddenFill>
              </a:ext>
            </a:extLst>
          </p:spPr>
        </p:pic>
        <p:sp>
          <p:nvSpPr>
            <p:cNvPr id="13" name="Text 5">
              <a:extLst>
                <a:ext uri="{FF2B5EF4-FFF2-40B4-BE49-F238E27FC236}">
                  <a16:creationId xmlns:a16="http://schemas.microsoft.com/office/drawing/2014/main" id="{B5299145-03B8-4072-A749-87CED05D34AB}"/>
                </a:ext>
              </a:extLst>
            </p:cNvPr>
            <p:cNvSpPr txBox="1"/>
            <p:nvPr/>
          </p:nvSpPr>
          <p:spPr>
            <a:xfrm>
              <a:off x="8860176" y="2919485"/>
              <a:ext cx="3208394" cy="292608"/>
            </a:xfrm>
            <a:prstGeom prst="rect">
              <a:avLst/>
            </a:prstGeom>
            <a:noFill/>
            <a:ln/>
          </p:spPr>
          <p:txBody>
            <a:bodyPr wrap="square" lIns="0" tIns="0" rIns="0" bIns="0" rtlCol="0" anchor="ctr"/>
            <a:lstStyle/>
            <a:p>
              <a:pPr marL="0" indent="0">
                <a:buNone/>
              </a:pPr>
              <a:r>
                <a:rPr lang="en-US" dirty="0"/>
                <a:t>MICAD paper submitted</a:t>
              </a:r>
              <a:endParaRPr lang="en-US" sz="2000" dirty="0"/>
            </a:p>
          </p:txBody>
        </p:sp>
      </p:grpSp>
      <p:sp>
        <p:nvSpPr>
          <p:cNvPr id="18" name="Shape 6">
            <a:extLst>
              <a:ext uri="{FF2B5EF4-FFF2-40B4-BE49-F238E27FC236}">
                <a16:creationId xmlns:a16="http://schemas.microsoft.com/office/drawing/2014/main" id="{CE2D16B9-AD59-437A-A68A-B2BC081AB36D}"/>
              </a:ext>
            </a:extLst>
          </p:cNvPr>
          <p:cNvSpPr/>
          <p:nvPr/>
        </p:nvSpPr>
        <p:spPr>
          <a:xfrm>
            <a:off x="6949440" y="4376165"/>
            <a:ext cx="4617720" cy="792885"/>
          </a:xfrm>
          <a:prstGeom prst="rect">
            <a:avLst/>
          </a:prstGeom>
          <a:solidFill>
            <a:srgbClr val="F0F0F0"/>
          </a:solidFill>
          <a:ln/>
        </p:spPr>
      </p:sp>
      <p:sp>
        <p:nvSpPr>
          <p:cNvPr id="19" name="Shape 6">
            <a:extLst>
              <a:ext uri="{FF2B5EF4-FFF2-40B4-BE49-F238E27FC236}">
                <a16:creationId xmlns:a16="http://schemas.microsoft.com/office/drawing/2014/main" id="{D6FF3E5D-D1E6-46C3-B450-FB96309CB701}"/>
              </a:ext>
            </a:extLst>
          </p:cNvPr>
          <p:cNvSpPr/>
          <p:nvPr/>
        </p:nvSpPr>
        <p:spPr>
          <a:xfrm>
            <a:off x="6949440" y="5503022"/>
            <a:ext cx="4617720" cy="792884"/>
          </a:xfrm>
          <a:prstGeom prst="rect">
            <a:avLst/>
          </a:prstGeom>
          <a:solidFill>
            <a:srgbClr val="F0F0F0"/>
          </a:solidFill>
          <a:ln/>
        </p:spPr>
      </p:sp>
      <p:sp>
        <p:nvSpPr>
          <p:cNvPr id="16" name="AutoShape 10" descr="ArXiv Logo PNG Vector (SVG) Free Download">
            <a:extLst>
              <a:ext uri="{FF2B5EF4-FFF2-40B4-BE49-F238E27FC236}">
                <a16:creationId xmlns:a16="http://schemas.microsoft.com/office/drawing/2014/main" id="{697F9BC0-84AA-4BC6-9E97-9CD0F3E6A15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204" name="Picture 12">
            <a:extLst>
              <a:ext uri="{FF2B5EF4-FFF2-40B4-BE49-F238E27FC236}">
                <a16:creationId xmlns:a16="http://schemas.microsoft.com/office/drawing/2014/main" id="{100A05B0-F688-4C69-93A5-8154A15FA2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2865" y="3407569"/>
            <a:ext cx="1221318" cy="463947"/>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descr="Brand • Streamlit">
            <a:extLst>
              <a:ext uri="{FF2B5EF4-FFF2-40B4-BE49-F238E27FC236}">
                <a16:creationId xmlns:a16="http://schemas.microsoft.com/office/drawing/2014/main" id="{D1138378-5B99-4574-9063-543B4FBB14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8396" y="4426976"/>
            <a:ext cx="1406052" cy="691262"/>
          </a:xfrm>
          <a:prstGeom prst="rect">
            <a:avLst/>
          </a:prstGeom>
          <a:noFill/>
          <a:extLst>
            <a:ext uri="{909E8E84-426E-40DD-AFC4-6F175D3DCCD1}">
              <a14:hiddenFill xmlns:a14="http://schemas.microsoft.com/office/drawing/2010/main">
                <a:solidFill>
                  <a:srgbClr val="FFFFFF"/>
                </a:solidFill>
              </a14:hiddenFill>
            </a:ext>
          </a:extLst>
        </p:spPr>
      </p:pic>
      <p:sp>
        <p:nvSpPr>
          <p:cNvPr id="25" name="Text 5">
            <a:extLst>
              <a:ext uri="{FF2B5EF4-FFF2-40B4-BE49-F238E27FC236}">
                <a16:creationId xmlns:a16="http://schemas.microsoft.com/office/drawing/2014/main" id="{FDF7A6E4-053C-4754-B967-4DA1E7A9C106}"/>
              </a:ext>
            </a:extLst>
          </p:cNvPr>
          <p:cNvSpPr txBox="1"/>
          <p:nvPr/>
        </p:nvSpPr>
        <p:spPr>
          <a:xfrm>
            <a:off x="8860176" y="4626303"/>
            <a:ext cx="2585305" cy="292608"/>
          </a:xfrm>
          <a:prstGeom prst="rect">
            <a:avLst/>
          </a:prstGeom>
          <a:noFill/>
          <a:ln/>
        </p:spPr>
        <p:txBody>
          <a:bodyPr wrap="square" lIns="0" tIns="0" rIns="0" bIns="0" rtlCol="0" anchor="ctr"/>
          <a:lstStyle/>
          <a:p>
            <a:pPr marL="0" indent="0">
              <a:buNone/>
            </a:pPr>
            <a:r>
              <a:rPr lang="en-US" dirty="0"/>
              <a:t>Clinical Interface Development</a:t>
            </a:r>
            <a:endParaRPr lang="en-US" sz="2000" dirty="0"/>
          </a:p>
        </p:txBody>
      </p:sp>
      <p:pic>
        <p:nvPicPr>
          <p:cNvPr id="8212" name="Picture 20" descr="1125x417 Github Logo PNG image 1125x417 #73397 | PNGimg">
            <a:extLst>
              <a:ext uri="{FF2B5EF4-FFF2-40B4-BE49-F238E27FC236}">
                <a16:creationId xmlns:a16="http://schemas.microsoft.com/office/drawing/2014/main" id="{531E2882-D7FB-4D62-8673-883911E151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9440" y="5551734"/>
            <a:ext cx="1876238" cy="695459"/>
          </a:xfrm>
          <a:prstGeom prst="rect">
            <a:avLst/>
          </a:prstGeom>
          <a:noFill/>
          <a:extLst>
            <a:ext uri="{909E8E84-426E-40DD-AFC4-6F175D3DCCD1}">
              <a14:hiddenFill xmlns:a14="http://schemas.microsoft.com/office/drawing/2010/main">
                <a:solidFill>
                  <a:srgbClr val="FFFFFF"/>
                </a:solidFill>
              </a14:hiddenFill>
            </a:ext>
          </a:extLst>
        </p:spPr>
      </p:pic>
      <p:sp>
        <p:nvSpPr>
          <p:cNvPr id="31" name="Text 5">
            <a:extLst>
              <a:ext uri="{FF2B5EF4-FFF2-40B4-BE49-F238E27FC236}">
                <a16:creationId xmlns:a16="http://schemas.microsoft.com/office/drawing/2014/main" id="{2FD76AC0-5AC5-451F-83BE-11D1993281A5}"/>
              </a:ext>
            </a:extLst>
          </p:cNvPr>
          <p:cNvSpPr txBox="1"/>
          <p:nvPr/>
        </p:nvSpPr>
        <p:spPr>
          <a:xfrm>
            <a:off x="8860176" y="5823061"/>
            <a:ext cx="2585305" cy="292608"/>
          </a:xfrm>
          <a:prstGeom prst="rect">
            <a:avLst/>
          </a:prstGeom>
          <a:noFill/>
          <a:ln/>
        </p:spPr>
        <p:txBody>
          <a:bodyPr wrap="square" lIns="0" tIns="0" rIns="0" bIns="0" rtlCol="0" anchor="ctr"/>
          <a:lstStyle/>
          <a:p>
            <a:pPr marL="0" indent="0">
              <a:buNone/>
            </a:pPr>
            <a:r>
              <a:rPr lang="en-US" dirty="0"/>
              <a:t>Reproducible GitHub Repository</a:t>
            </a:r>
            <a:endParaRPr lang="en-US" sz="2000" dirty="0"/>
          </a:p>
        </p:txBody>
      </p:sp>
    </p:spTree>
    <p:extLst>
      <p:ext uri="{BB962C8B-B14F-4D97-AF65-F5344CB8AC3E}">
        <p14:creationId xmlns:p14="http://schemas.microsoft.com/office/powerpoint/2010/main" val="1634745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53DA0D33-A775-4253-BBB9-18F2F564A4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 0">
            <a:extLst>
              <a:ext uri="{FF2B5EF4-FFF2-40B4-BE49-F238E27FC236}">
                <a16:creationId xmlns:a16="http://schemas.microsoft.com/office/drawing/2014/main" id="{4417B4FA-F983-4A18-94E6-AC6413012DC1}"/>
              </a:ext>
            </a:extLst>
          </p:cNvPr>
          <p:cNvSpPr txBox="1"/>
          <p:nvPr/>
        </p:nvSpPr>
        <p:spPr>
          <a:xfrm>
            <a:off x="533946" y="1401977"/>
            <a:ext cx="10911535" cy="640080"/>
          </a:xfrm>
          <a:prstGeom prst="rect">
            <a:avLst/>
          </a:prstGeom>
          <a:noFill/>
          <a:ln/>
        </p:spPr>
        <p:txBody>
          <a:bodyPr wrap="square" lIns="0" tIns="0" rIns="0" bIns="0" rtlCol="0" anchor="ctr"/>
          <a:lstStyle/>
          <a:p>
            <a:pPr marL="0" indent="0">
              <a:buNone/>
            </a:pPr>
            <a:r>
              <a:rPr lang="en-US" sz="3600" b="1" dirty="0">
                <a:solidFill>
                  <a:srgbClr val="000000"/>
                </a:solidFill>
                <a:latin typeface="Arial" pitchFamily="34" charset="0"/>
                <a:cs typeface="Arial" pitchFamily="34" charset="-120"/>
              </a:rPr>
              <a:t>Conclusion</a:t>
            </a:r>
            <a:endParaRPr lang="en-US" sz="3600" dirty="0"/>
          </a:p>
        </p:txBody>
      </p:sp>
      <p:grpSp>
        <p:nvGrpSpPr>
          <p:cNvPr id="4" name="Group 3">
            <a:extLst>
              <a:ext uri="{FF2B5EF4-FFF2-40B4-BE49-F238E27FC236}">
                <a16:creationId xmlns:a16="http://schemas.microsoft.com/office/drawing/2014/main" id="{D0ADA888-3449-4BF1-AE7E-C784AE4C697A}"/>
              </a:ext>
            </a:extLst>
          </p:cNvPr>
          <p:cNvGrpSpPr/>
          <p:nvPr/>
        </p:nvGrpSpPr>
        <p:grpSpPr>
          <a:xfrm>
            <a:off x="533946" y="2492988"/>
            <a:ext cx="5669280" cy="1487544"/>
            <a:chOff x="430011" y="3510665"/>
            <a:chExt cx="5669280" cy="1487544"/>
          </a:xfrm>
        </p:grpSpPr>
        <p:grpSp>
          <p:nvGrpSpPr>
            <p:cNvPr id="5" name="Group 4">
              <a:extLst>
                <a:ext uri="{FF2B5EF4-FFF2-40B4-BE49-F238E27FC236}">
                  <a16:creationId xmlns:a16="http://schemas.microsoft.com/office/drawing/2014/main" id="{89DA2059-40A3-45E8-BCD4-179BD588EDCF}"/>
                </a:ext>
              </a:extLst>
            </p:cNvPr>
            <p:cNvGrpSpPr/>
            <p:nvPr/>
          </p:nvGrpSpPr>
          <p:grpSpPr>
            <a:xfrm>
              <a:off x="430011" y="3510665"/>
              <a:ext cx="365760" cy="366770"/>
              <a:chOff x="640080" y="2606040"/>
              <a:chExt cx="365760" cy="366770"/>
            </a:xfrm>
          </p:grpSpPr>
          <p:sp>
            <p:nvSpPr>
              <p:cNvPr id="8" name="Shape 7">
                <a:extLst>
                  <a:ext uri="{FF2B5EF4-FFF2-40B4-BE49-F238E27FC236}">
                    <a16:creationId xmlns:a16="http://schemas.microsoft.com/office/drawing/2014/main" id="{E01AF58F-7E5E-4FC6-9168-5E0373378D20}"/>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9" name="Text 8">
                <a:extLst>
                  <a:ext uri="{FF2B5EF4-FFF2-40B4-BE49-F238E27FC236}">
                    <a16:creationId xmlns:a16="http://schemas.microsoft.com/office/drawing/2014/main" id="{E0BB693C-488A-4B16-80F1-EEFA9CE27464}"/>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01</a:t>
                </a:r>
                <a:endParaRPr lang="en-US" sz="1500" dirty="0"/>
              </a:p>
            </p:txBody>
          </p:sp>
        </p:grpSp>
        <p:sp>
          <p:nvSpPr>
            <p:cNvPr id="6" name="Text 9">
              <a:extLst>
                <a:ext uri="{FF2B5EF4-FFF2-40B4-BE49-F238E27FC236}">
                  <a16:creationId xmlns:a16="http://schemas.microsoft.com/office/drawing/2014/main" id="{D5F0DDE5-A497-43F8-97A7-51F7E1DEDCE2}"/>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Research Contribution</a:t>
              </a:r>
            </a:p>
          </p:txBody>
        </p:sp>
        <p:sp>
          <p:nvSpPr>
            <p:cNvPr id="7" name="Text 5">
              <a:extLst>
                <a:ext uri="{FF2B5EF4-FFF2-40B4-BE49-F238E27FC236}">
                  <a16:creationId xmlns:a16="http://schemas.microsoft.com/office/drawing/2014/main" id="{6B967D9A-0C99-4844-B294-DA523E699B8F}"/>
                </a:ext>
              </a:extLst>
            </p:cNvPr>
            <p:cNvSpPr txBox="1"/>
            <p:nvPr/>
          </p:nvSpPr>
          <p:spPr>
            <a:xfrm>
              <a:off x="996939" y="3697754"/>
              <a:ext cx="5102352" cy="1300455"/>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400" dirty="0"/>
                <a:t>Strong Interactive aortic segmentation</a:t>
              </a:r>
            </a:p>
            <a:p>
              <a:pPr marL="285750" indent="-285750">
                <a:lnSpc>
                  <a:spcPct val="150000"/>
                </a:lnSpc>
                <a:buFont typeface="Arial" panose="020B0604020202020204" pitchFamily="34" charset="0"/>
                <a:buChar char="•"/>
              </a:pPr>
              <a:r>
                <a:rPr lang="en-US" sz="1400" dirty="0"/>
                <a:t>Quality-aware interaction</a:t>
              </a:r>
            </a:p>
            <a:p>
              <a:pPr marL="285750" indent="-285750">
                <a:lnSpc>
                  <a:spcPct val="150000"/>
                </a:lnSpc>
                <a:buFont typeface="Arial" panose="020B0604020202020204" pitchFamily="34" charset="0"/>
                <a:buChar char="•"/>
              </a:pPr>
              <a:r>
                <a:rPr lang="en-US" sz="1400" dirty="0"/>
                <a:t>Strong accuracy with reduced interaction</a:t>
              </a:r>
              <a:endParaRPr lang="en-US" sz="1600" dirty="0"/>
            </a:p>
          </p:txBody>
        </p:sp>
      </p:grpSp>
      <p:grpSp>
        <p:nvGrpSpPr>
          <p:cNvPr id="10" name="Group 9">
            <a:extLst>
              <a:ext uri="{FF2B5EF4-FFF2-40B4-BE49-F238E27FC236}">
                <a16:creationId xmlns:a16="http://schemas.microsoft.com/office/drawing/2014/main" id="{A21688FC-543F-4F4F-AF63-A537F8F5FABC}"/>
              </a:ext>
            </a:extLst>
          </p:cNvPr>
          <p:cNvGrpSpPr/>
          <p:nvPr/>
        </p:nvGrpSpPr>
        <p:grpSpPr>
          <a:xfrm>
            <a:off x="533946" y="4364002"/>
            <a:ext cx="5669280" cy="1487544"/>
            <a:chOff x="430011" y="3510665"/>
            <a:chExt cx="5669280" cy="1487544"/>
          </a:xfrm>
        </p:grpSpPr>
        <p:grpSp>
          <p:nvGrpSpPr>
            <p:cNvPr id="11" name="Group 10">
              <a:extLst>
                <a:ext uri="{FF2B5EF4-FFF2-40B4-BE49-F238E27FC236}">
                  <a16:creationId xmlns:a16="http://schemas.microsoft.com/office/drawing/2014/main" id="{E7F0A3A7-58CB-40FA-B345-32047A8B320C}"/>
                </a:ext>
              </a:extLst>
            </p:cNvPr>
            <p:cNvGrpSpPr/>
            <p:nvPr/>
          </p:nvGrpSpPr>
          <p:grpSpPr>
            <a:xfrm>
              <a:off x="430011" y="3510665"/>
              <a:ext cx="365760" cy="366770"/>
              <a:chOff x="640080" y="2606040"/>
              <a:chExt cx="365760" cy="366770"/>
            </a:xfrm>
          </p:grpSpPr>
          <p:sp>
            <p:nvSpPr>
              <p:cNvPr id="14" name="Shape 7">
                <a:extLst>
                  <a:ext uri="{FF2B5EF4-FFF2-40B4-BE49-F238E27FC236}">
                    <a16:creationId xmlns:a16="http://schemas.microsoft.com/office/drawing/2014/main" id="{A6B2EA0E-61BE-46F9-A424-8E5DE8CEFB1C}"/>
                  </a:ext>
                </a:extLst>
              </p:cNvPr>
              <p:cNvSpPr/>
              <p:nvPr/>
            </p:nvSpPr>
            <p:spPr>
              <a:xfrm>
                <a:off x="640080" y="2606040"/>
                <a:ext cx="365760" cy="365760"/>
              </a:xfrm>
              <a:prstGeom prst="rect">
                <a:avLst/>
              </a:prstGeom>
              <a:solidFill>
                <a:srgbClr val="000000"/>
              </a:solidFill>
              <a:ln/>
            </p:spPr>
            <p:txBody>
              <a:bodyPr/>
              <a:lstStyle/>
              <a:p>
                <a:endParaRPr lang="en-US"/>
              </a:p>
            </p:txBody>
          </p:sp>
          <p:sp>
            <p:nvSpPr>
              <p:cNvPr id="15" name="Text 8">
                <a:extLst>
                  <a:ext uri="{FF2B5EF4-FFF2-40B4-BE49-F238E27FC236}">
                    <a16:creationId xmlns:a16="http://schemas.microsoft.com/office/drawing/2014/main" id="{0173F3F0-7A30-4E3C-AC6E-5AFD7D4B8B76}"/>
                  </a:ext>
                </a:extLst>
              </p:cNvPr>
              <p:cNvSpPr txBox="1"/>
              <p:nvPr/>
            </p:nvSpPr>
            <p:spPr>
              <a:xfrm>
                <a:off x="640080" y="260705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02</a:t>
                </a:r>
                <a:endParaRPr lang="en-US" sz="1500" dirty="0"/>
              </a:p>
            </p:txBody>
          </p:sp>
        </p:grpSp>
        <p:sp>
          <p:nvSpPr>
            <p:cNvPr id="12" name="Text 9">
              <a:extLst>
                <a:ext uri="{FF2B5EF4-FFF2-40B4-BE49-F238E27FC236}">
                  <a16:creationId xmlns:a16="http://schemas.microsoft.com/office/drawing/2014/main" id="{1D3B1DE3-6C37-4C36-9607-1D71080C07F4}"/>
                </a:ext>
              </a:extLst>
            </p:cNvPr>
            <p:cNvSpPr txBox="1"/>
            <p:nvPr/>
          </p:nvSpPr>
          <p:spPr>
            <a:xfrm>
              <a:off x="996939" y="3547746"/>
              <a:ext cx="5102352" cy="292608"/>
            </a:xfrm>
            <a:prstGeom prst="rect">
              <a:avLst/>
            </a:prstGeom>
            <a:noFill/>
            <a:ln/>
          </p:spPr>
          <p:txBody>
            <a:bodyPr wrap="square" lIns="0" tIns="0" rIns="0" bIns="0" rtlCol="0" anchor="ctr"/>
            <a:lstStyle/>
            <a:p>
              <a:pPr marL="0" indent="0">
                <a:buNone/>
              </a:pPr>
              <a:r>
                <a:rPr lang="en-US" b="1" dirty="0">
                  <a:solidFill>
                    <a:srgbClr val="000000"/>
                  </a:solidFill>
                  <a:latin typeface="Arial" pitchFamily="34" charset="0"/>
                  <a:cs typeface="Arial" pitchFamily="34" charset="-120"/>
                </a:rPr>
                <a:t>Personal and Academic Growth</a:t>
              </a:r>
            </a:p>
          </p:txBody>
        </p:sp>
        <p:sp>
          <p:nvSpPr>
            <p:cNvPr id="13" name="Text 5">
              <a:extLst>
                <a:ext uri="{FF2B5EF4-FFF2-40B4-BE49-F238E27FC236}">
                  <a16:creationId xmlns:a16="http://schemas.microsoft.com/office/drawing/2014/main" id="{5F86F731-0F71-4CDC-9B48-ABB15E74C8B4}"/>
                </a:ext>
              </a:extLst>
            </p:cNvPr>
            <p:cNvSpPr txBox="1"/>
            <p:nvPr/>
          </p:nvSpPr>
          <p:spPr>
            <a:xfrm>
              <a:off x="996939" y="3697754"/>
              <a:ext cx="5102352" cy="1300455"/>
            </a:xfrm>
            <a:prstGeom prst="rect">
              <a:avLst/>
            </a:prstGeom>
            <a:noFill/>
            <a:ln/>
          </p:spPr>
          <p:txBody>
            <a:bodyPr wrap="square" lIns="0" tIns="0" rIns="0" bIns="0" rtlCol="0" anchor="ctr"/>
            <a:lstStyle/>
            <a:p>
              <a:pPr marL="285750" indent="-285750">
                <a:lnSpc>
                  <a:spcPct val="150000"/>
                </a:lnSpc>
                <a:buFont typeface="Arial" panose="020B0604020202020204" pitchFamily="34" charset="0"/>
                <a:buChar char="•"/>
              </a:pPr>
              <a:r>
                <a:rPr lang="en-US" sz="1400" dirty="0"/>
                <a:t>Research problem-solving and critical thinking</a:t>
              </a:r>
            </a:p>
            <a:p>
              <a:pPr marL="285750" indent="-285750">
                <a:lnSpc>
                  <a:spcPct val="150000"/>
                </a:lnSpc>
                <a:buFont typeface="Arial" panose="020B0604020202020204" pitchFamily="34" charset="0"/>
                <a:buChar char="•"/>
              </a:pPr>
              <a:r>
                <a:rPr lang="en-US" sz="1400" dirty="0"/>
                <a:t>Technical and methodological skill development</a:t>
              </a:r>
            </a:p>
            <a:p>
              <a:pPr marL="285750" indent="-285750">
                <a:lnSpc>
                  <a:spcPct val="150000"/>
                </a:lnSpc>
                <a:buFont typeface="Arial" panose="020B0604020202020204" pitchFamily="34" charset="0"/>
                <a:buChar char="•"/>
              </a:pPr>
              <a:r>
                <a:rPr lang="en-US" sz="1400" dirty="0"/>
                <a:t>Academic communication and research confidence</a:t>
              </a:r>
              <a:endParaRPr lang="en-US" sz="1600" dirty="0"/>
            </a:p>
          </p:txBody>
        </p:sp>
      </p:grpSp>
      <p:pic>
        <p:nvPicPr>
          <p:cNvPr id="17" name="Picture 16">
            <a:extLst>
              <a:ext uri="{FF2B5EF4-FFF2-40B4-BE49-F238E27FC236}">
                <a16:creationId xmlns:a16="http://schemas.microsoft.com/office/drawing/2014/main" id="{D90C5C3F-BCE0-4350-8DBF-25E30FC43977}"/>
              </a:ext>
            </a:extLst>
          </p:cNvPr>
          <p:cNvPicPr>
            <a:picLocks noChangeAspect="1"/>
          </p:cNvPicPr>
          <p:nvPr/>
        </p:nvPicPr>
        <p:blipFill>
          <a:blip r:embed="rId3"/>
          <a:stretch>
            <a:fillRect/>
          </a:stretch>
        </p:blipFill>
        <p:spPr>
          <a:xfrm>
            <a:off x="6996877" y="1657637"/>
            <a:ext cx="4270121" cy="4712948"/>
          </a:xfrm>
          <a:prstGeom prst="rect">
            <a:avLst/>
          </a:prstGeom>
        </p:spPr>
      </p:pic>
    </p:spTree>
    <p:extLst>
      <p:ext uri="{BB962C8B-B14F-4D97-AF65-F5344CB8AC3E}">
        <p14:creationId xmlns:p14="http://schemas.microsoft.com/office/powerpoint/2010/main" val="2918188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gital Environment Research Institute (DERI) | LinkedIn">
            <a:extLst>
              <a:ext uri="{FF2B5EF4-FFF2-40B4-BE49-F238E27FC236}">
                <a16:creationId xmlns:a16="http://schemas.microsoft.com/office/drawing/2014/main" id="{AAFBA4DD-7A77-4631-9CF8-3BA077D59E1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0071"/>
          <a:stretch/>
        </p:blipFill>
        <p:spPr bwMode="auto">
          <a:xfrm>
            <a:off x="0" y="1"/>
            <a:ext cx="12192000" cy="127220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3">
            <a:extLst>
              <a:ext uri="{FF2B5EF4-FFF2-40B4-BE49-F238E27FC236}">
                <a16:creationId xmlns:a16="http://schemas.microsoft.com/office/drawing/2014/main" id="{D6739C0B-87B1-4747-A747-5775F0EE5F91}"/>
              </a:ext>
            </a:extLst>
          </p:cNvPr>
          <p:cNvSpPr txBox="1"/>
          <p:nvPr/>
        </p:nvSpPr>
        <p:spPr>
          <a:xfrm>
            <a:off x="571500" y="1846986"/>
            <a:ext cx="10032093" cy="1794081"/>
          </a:xfrm>
          <a:prstGeom prst="rect">
            <a:avLst/>
          </a:prstGeom>
        </p:spPr>
        <p:txBody>
          <a:bodyPr wrap="square" lIns="0" tIns="0" rIns="0" bIns="0" rtlCol="0" anchor="t">
            <a:spAutoFit/>
          </a:bodyPr>
          <a:lstStyle/>
          <a:p>
            <a:pPr algn="l">
              <a:lnSpc>
                <a:spcPts val="15120"/>
              </a:lnSpc>
            </a:pPr>
            <a:r>
              <a:rPr lang="en-US" sz="9800" dirty="0">
                <a:latin typeface="Open Sauce"/>
                <a:ea typeface="Open Sauce"/>
                <a:cs typeface="Open Sauce"/>
                <a:sym typeface="Open Sauce"/>
              </a:rPr>
              <a:t>THANK YOU</a:t>
            </a:r>
          </a:p>
        </p:txBody>
      </p:sp>
      <p:sp>
        <p:nvSpPr>
          <p:cNvPr id="4" name="TextBox 5">
            <a:extLst>
              <a:ext uri="{FF2B5EF4-FFF2-40B4-BE49-F238E27FC236}">
                <a16:creationId xmlns:a16="http://schemas.microsoft.com/office/drawing/2014/main" id="{E422EFF1-FFFD-4ECB-99AE-92CAB4D828B3}"/>
              </a:ext>
            </a:extLst>
          </p:cNvPr>
          <p:cNvSpPr txBox="1"/>
          <p:nvPr/>
        </p:nvSpPr>
        <p:spPr>
          <a:xfrm>
            <a:off x="571500" y="3641067"/>
            <a:ext cx="13616443" cy="2052357"/>
          </a:xfrm>
          <a:prstGeom prst="rect">
            <a:avLst/>
          </a:prstGeom>
        </p:spPr>
        <p:txBody>
          <a:bodyPr lIns="0" tIns="0" rIns="0" bIns="0" rtlCol="0" anchor="t">
            <a:spAutoFit/>
          </a:bodyPr>
          <a:lstStyle/>
          <a:p>
            <a:pPr marL="0" lvl="0" indent="0" algn="l">
              <a:lnSpc>
                <a:spcPts val="17279"/>
              </a:lnSpc>
              <a:spcBef>
                <a:spcPct val="0"/>
              </a:spcBef>
            </a:pPr>
            <a:r>
              <a:rPr lang="en-US" sz="11100" b="1" dirty="0">
                <a:latin typeface="Open Sauce Semi-Bold"/>
                <a:ea typeface="Open Sauce Semi-Bold"/>
                <a:cs typeface="Open Sauce Semi-Bold"/>
                <a:sym typeface="Open Sauce Semi-Bold"/>
              </a:rPr>
              <a:t>VERY MUCH</a:t>
            </a:r>
          </a:p>
        </p:txBody>
      </p:sp>
    </p:spTree>
    <p:extLst>
      <p:ext uri="{BB962C8B-B14F-4D97-AF65-F5344CB8AC3E}">
        <p14:creationId xmlns:p14="http://schemas.microsoft.com/office/powerpoint/2010/main" val="3318658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1899</TotalTime>
  <Words>625</Words>
  <Application>Microsoft Office PowerPoint</Application>
  <PresentationFormat>Widescreen</PresentationFormat>
  <Paragraphs>122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Open Sauce</vt:lpstr>
      <vt:lpstr>Open Sauce Semi-Bold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HOLA - MSc Viva</dc:title>
  <dc:subject>PptxGenJS Presentation</dc:subject>
  <dc:creator>Hsu Hlaing Hnin</dc:creator>
  <cp:lastModifiedBy>Hsu Hlaing Hnin</cp:lastModifiedBy>
  <cp:revision>42</cp:revision>
  <dcterms:created xsi:type="dcterms:W3CDTF">2026-08-31T15:41:07Z</dcterms:created>
  <dcterms:modified xsi:type="dcterms:W3CDTF">2026-09-23T14:35:20Z</dcterms:modified>
</cp:coreProperties>
</file>